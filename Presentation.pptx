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8" r:id="rId3"/>
    <p:sldId id="266" r:id="rId4"/>
    <p:sldId id="260" r:id="rId5"/>
    <p:sldId id="261" r:id="rId6"/>
    <p:sldId id="267" r:id="rId7"/>
    <p:sldId id="269" r:id="rId8"/>
    <p:sldId id="262" r:id="rId9"/>
    <p:sldId id="257" r:id="rId10"/>
    <p:sldId id="259" r:id="rId11"/>
    <p:sldId id="264" r:id="rId12"/>
    <p:sldId id="263" r:id="rId13"/>
    <p:sldId id="26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1"/>
  </p:normalViewPr>
  <p:slideViewPr>
    <p:cSldViewPr snapToGrid="0">
      <p:cViewPr>
        <p:scale>
          <a:sx n="111" d="100"/>
          <a:sy n="111" d="100"/>
        </p:scale>
        <p:origin x="824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727B2F-1E1A-4532-8782-A984E631F8C9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A88A548-870D-49A7-92C8-AF3ADB3F57AA}">
      <dgm:prSet/>
      <dgm:spPr/>
      <dgm:t>
        <a:bodyPr/>
        <a:lstStyle/>
        <a:p>
          <a:r>
            <a:rPr lang="en-US" dirty="0"/>
            <a:t>According to WHO, over 17.9 million deaths globally are due to cardiovascular diseases.</a:t>
          </a:r>
        </a:p>
      </dgm:t>
    </dgm:pt>
    <dgm:pt modelId="{C61864C7-C286-4D59-96C3-3C6644E9ADE0}" type="parTrans" cxnId="{64FE388F-55D8-4351-BB6B-86BDE24438E6}">
      <dgm:prSet/>
      <dgm:spPr/>
      <dgm:t>
        <a:bodyPr/>
        <a:lstStyle/>
        <a:p>
          <a:endParaRPr lang="en-US"/>
        </a:p>
      </dgm:t>
    </dgm:pt>
    <dgm:pt modelId="{58C7D700-E74A-4F5F-91F9-7A9D180224E2}" type="sibTrans" cxnId="{64FE388F-55D8-4351-BB6B-86BDE24438E6}">
      <dgm:prSet/>
      <dgm:spPr/>
      <dgm:t>
        <a:bodyPr/>
        <a:lstStyle/>
        <a:p>
          <a:endParaRPr lang="en-US"/>
        </a:p>
      </dgm:t>
    </dgm:pt>
    <dgm:pt modelId="{10BF4870-EFAC-4BAE-AA28-3EFE2703A80B}">
      <dgm:prSet/>
      <dgm:spPr/>
      <dgm:t>
        <a:bodyPr/>
        <a:lstStyle/>
        <a:p>
          <a:r>
            <a:rPr lang="en-US" dirty="0"/>
            <a:t>Heart disease is the 2</a:t>
          </a:r>
          <a:r>
            <a:rPr lang="en-US" baseline="30000" dirty="0"/>
            <a:t>nd</a:t>
          </a:r>
          <a:r>
            <a:rPr lang="en-US" dirty="0"/>
            <a:t> leading cause of death in Canada (</a:t>
          </a:r>
          <a:r>
            <a:rPr lang="en-US" dirty="0" err="1"/>
            <a:t>canada.ca</a:t>
          </a:r>
          <a:r>
            <a:rPr lang="en-US" dirty="0"/>
            <a:t>).</a:t>
          </a:r>
        </a:p>
      </dgm:t>
    </dgm:pt>
    <dgm:pt modelId="{745E0E9B-22DE-4DCC-887E-65516FC041D9}" type="parTrans" cxnId="{4AE572A8-C458-4A2E-91D8-AF48CF7E5805}">
      <dgm:prSet/>
      <dgm:spPr/>
      <dgm:t>
        <a:bodyPr/>
        <a:lstStyle/>
        <a:p>
          <a:endParaRPr lang="en-US"/>
        </a:p>
      </dgm:t>
    </dgm:pt>
    <dgm:pt modelId="{7DE6BE6F-635C-4425-A8A0-AD2D85347CA1}" type="sibTrans" cxnId="{4AE572A8-C458-4A2E-91D8-AF48CF7E5805}">
      <dgm:prSet/>
      <dgm:spPr/>
      <dgm:t>
        <a:bodyPr/>
        <a:lstStyle/>
        <a:p>
          <a:endParaRPr lang="en-US"/>
        </a:p>
      </dgm:t>
    </dgm:pt>
    <dgm:pt modelId="{E45E16A7-3F44-49C0-9F4D-703AE81FD7D3}">
      <dgm:prSet/>
      <dgm:spPr/>
      <dgm:t>
        <a:bodyPr/>
        <a:lstStyle/>
        <a:p>
          <a:r>
            <a:rPr lang="en-US" dirty="0"/>
            <a:t>Globally around 2.3 million new breast cancer cases occur and estimated 670,000 deaths annually (2022 data) (WHO).</a:t>
          </a:r>
        </a:p>
      </dgm:t>
    </dgm:pt>
    <dgm:pt modelId="{7F742FDE-E211-4439-BC24-68DF05D24C10}" type="parTrans" cxnId="{B6E92F0B-EA52-44AA-AB63-C86B44ED3914}">
      <dgm:prSet/>
      <dgm:spPr/>
      <dgm:t>
        <a:bodyPr/>
        <a:lstStyle/>
        <a:p>
          <a:endParaRPr lang="en-US"/>
        </a:p>
      </dgm:t>
    </dgm:pt>
    <dgm:pt modelId="{17C44197-F21D-443E-91E7-9C7B1E5EAA74}" type="sibTrans" cxnId="{B6E92F0B-EA52-44AA-AB63-C86B44ED3914}">
      <dgm:prSet/>
      <dgm:spPr/>
      <dgm:t>
        <a:bodyPr/>
        <a:lstStyle/>
        <a:p>
          <a:endParaRPr lang="en-US"/>
        </a:p>
      </dgm:t>
    </dgm:pt>
    <dgm:pt modelId="{A54E322B-BB45-403D-84A0-34893D57F448}">
      <dgm:prSet/>
      <dgm:spPr/>
      <dgm:t>
        <a:bodyPr/>
        <a:lstStyle/>
        <a:p>
          <a:r>
            <a:rPr lang="en-US" dirty="0"/>
            <a:t>A system that can take quicker decision and help clinicians detect these diseases more quickly and with greater confidence.</a:t>
          </a:r>
        </a:p>
      </dgm:t>
    </dgm:pt>
    <dgm:pt modelId="{61402EA4-71D1-45D4-B224-3B25AAD35110}" type="parTrans" cxnId="{E348B9EF-D11D-4B55-BD2C-34D8747ABDD3}">
      <dgm:prSet/>
      <dgm:spPr/>
      <dgm:t>
        <a:bodyPr/>
        <a:lstStyle/>
        <a:p>
          <a:endParaRPr lang="en-US"/>
        </a:p>
      </dgm:t>
    </dgm:pt>
    <dgm:pt modelId="{98C59366-2532-4277-80C2-84A697BB580B}" type="sibTrans" cxnId="{E348B9EF-D11D-4B55-BD2C-34D8747ABDD3}">
      <dgm:prSet/>
      <dgm:spPr/>
      <dgm:t>
        <a:bodyPr/>
        <a:lstStyle/>
        <a:p>
          <a:endParaRPr lang="en-US"/>
        </a:p>
      </dgm:t>
    </dgm:pt>
    <dgm:pt modelId="{86F1E576-68F5-714B-997E-9EF0C81D6D28}" type="pres">
      <dgm:prSet presAssocID="{C2727B2F-1E1A-4532-8782-A984E631F8C9}" presName="vert0" presStyleCnt="0">
        <dgm:presLayoutVars>
          <dgm:dir/>
          <dgm:animOne val="branch"/>
          <dgm:animLvl val="lvl"/>
        </dgm:presLayoutVars>
      </dgm:prSet>
      <dgm:spPr/>
    </dgm:pt>
    <dgm:pt modelId="{07AAF13D-9E33-7A4A-9D2D-B599D8EF770C}" type="pres">
      <dgm:prSet presAssocID="{FA88A548-870D-49A7-92C8-AF3ADB3F57AA}" presName="thickLine" presStyleLbl="alignNode1" presStyleIdx="0" presStyleCnt="4"/>
      <dgm:spPr/>
    </dgm:pt>
    <dgm:pt modelId="{004E7058-9378-D749-BF8B-1783AEC9A2B6}" type="pres">
      <dgm:prSet presAssocID="{FA88A548-870D-49A7-92C8-AF3ADB3F57AA}" presName="horz1" presStyleCnt="0"/>
      <dgm:spPr/>
    </dgm:pt>
    <dgm:pt modelId="{E4B45997-17B8-DE41-93E4-029354AFB3BA}" type="pres">
      <dgm:prSet presAssocID="{FA88A548-870D-49A7-92C8-AF3ADB3F57AA}" presName="tx1" presStyleLbl="revTx" presStyleIdx="0" presStyleCnt="4"/>
      <dgm:spPr/>
    </dgm:pt>
    <dgm:pt modelId="{C1DE3913-FDEB-7349-94F3-444E2880EF65}" type="pres">
      <dgm:prSet presAssocID="{FA88A548-870D-49A7-92C8-AF3ADB3F57AA}" presName="vert1" presStyleCnt="0"/>
      <dgm:spPr/>
    </dgm:pt>
    <dgm:pt modelId="{0C4CF6C9-3C90-F745-816E-AFD28F5F0049}" type="pres">
      <dgm:prSet presAssocID="{10BF4870-EFAC-4BAE-AA28-3EFE2703A80B}" presName="thickLine" presStyleLbl="alignNode1" presStyleIdx="1" presStyleCnt="4"/>
      <dgm:spPr/>
    </dgm:pt>
    <dgm:pt modelId="{C07C87D6-7F7C-2840-91B6-D861E97A1C24}" type="pres">
      <dgm:prSet presAssocID="{10BF4870-EFAC-4BAE-AA28-3EFE2703A80B}" presName="horz1" presStyleCnt="0"/>
      <dgm:spPr/>
    </dgm:pt>
    <dgm:pt modelId="{08234939-5A9B-8F4A-B8D3-524B0E5C7E59}" type="pres">
      <dgm:prSet presAssocID="{10BF4870-EFAC-4BAE-AA28-3EFE2703A80B}" presName="tx1" presStyleLbl="revTx" presStyleIdx="1" presStyleCnt="4"/>
      <dgm:spPr/>
    </dgm:pt>
    <dgm:pt modelId="{DFB88A7F-CD03-8446-A14A-CA81650F49CE}" type="pres">
      <dgm:prSet presAssocID="{10BF4870-EFAC-4BAE-AA28-3EFE2703A80B}" presName="vert1" presStyleCnt="0"/>
      <dgm:spPr/>
    </dgm:pt>
    <dgm:pt modelId="{65EAE37D-216D-DF4B-B1DD-E5D0AAF3391A}" type="pres">
      <dgm:prSet presAssocID="{E45E16A7-3F44-49C0-9F4D-703AE81FD7D3}" presName="thickLine" presStyleLbl="alignNode1" presStyleIdx="2" presStyleCnt="4" custLinFactNeighborX="278" custLinFactNeighborY="-13855"/>
      <dgm:spPr/>
    </dgm:pt>
    <dgm:pt modelId="{2AF23102-ED4A-CC4F-8372-C634B2011372}" type="pres">
      <dgm:prSet presAssocID="{E45E16A7-3F44-49C0-9F4D-703AE81FD7D3}" presName="horz1" presStyleCnt="0"/>
      <dgm:spPr/>
    </dgm:pt>
    <dgm:pt modelId="{EF49B851-C154-B340-BA5B-23EB684E9EAF}" type="pres">
      <dgm:prSet presAssocID="{E45E16A7-3F44-49C0-9F4D-703AE81FD7D3}" presName="tx1" presStyleLbl="revTx" presStyleIdx="2" presStyleCnt="4" custLinFactNeighborX="278" custLinFactNeighborY="-9780"/>
      <dgm:spPr/>
    </dgm:pt>
    <dgm:pt modelId="{DA477A55-8A74-B148-B87F-A8E95AA4BEEC}" type="pres">
      <dgm:prSet presAssocID="{E45E16A7-3F44-49C0-9F4D-703AE81FD7D3}" presName="vert1" presStyleCnt="0"/>
      <dgm:spPr/>
    </dgm:pt>
    <dgm:pt modelId="{C69DA177-860C-1D46-A402-056E2F5DC1B2}" type="pres">
      <dgm:prSet presAssocID="{A54E322B-BB45-403D-84A0-34893D57F448}" presName="thickLine" presStyleLbl="alignNode1" presStyleIdx="3" presStyleCnt="4"/>
      <dgm:spPr/>
    </dgm:pt>
    <dgm:pt modelId="{25C6A1F5-7CAB-9E4E-8915-4B9D40B43DF5}" type="pres">
      <dgm:prSet presAssocID="{A54E322B-BB45-403D-84A0-34893D57F448}" presName="horz1" presStyleCnt="0"/>
      <dgm:spPr/>
    </dgm:pt>
    <dgm:pt modelId="{46825EF9-0755-4A49-8487-720F80DFBA5C}" type="pres">
      <dgm:prSet presAssocID="{A54E322B-BB45-403D-84A0-34893D57F448}" presName="tx1" presStyleLbl="revTx" presStyleIdx="3" presStyleCnt="4"/>
      <dgm:spPr/>
    </dgm:pt>
    <dgm:pt modelId="{D12B89D8-339A-D346-ABA0-B871A4DDCFFD}" type="pres">
      <dgm:prSet presAssocID="{A54E322B-BB45-403D-84A0-34893D57F448}" presName="vert1" presStyleCnt="0"/>
      <dgm:spPr/>
    </dgm:pt>
  </dgm:ptLst>
  <dgm:cxnLst>
    <dgm:cxn modelId="{BD676F0A-5F76-344A-B74B-5A6CE73DD324}" type="presOf" srcId="{FA88A548-870D-49A7-92C8-AF3ADB3F57AA}" destId="{E4B45997-17B8-DE41-93E4-029354AFB3BA}" srcOrd="0" destOrd="0" presId="urn:microsoft.com/office/officeart/2008/layout/LinedList"/>
    <dgm:cxn modelId="{B6E92F0B-EA52-44AA-AB63-C86B44ED3914}" srcId="{C2727B2F-1E1A-4532-8782-A984E631F8C9}" destId="{E45E16A7-3F44-49C0-9F4D-703AE81FD7D3}" srcOrd="2" destOrd="0" parTransId="{7F742FDE-E211-4439-BC24-68DF05D24C10}" sibTransId="{17C44197-F21D-443E-91E7-9C7B1E5EAA74}"/>
    <dgm:cxn modelId="{64FE388F-55D8-4351-BB6B-86BDE24438E6}" srcId="{C2727B2F-1E1A-4532-8782-A984E631F8C9}" destId="{FA88A548-870D-49A7-92C8-AF3ADB3F57AA}" srcOrd="0" destOrd="0" parTransId="{C61864C7-C286-4D59-96C3-3C6644E9ADE0}" sibTransId="{58C7D700-E74A-4F5F-91F9-7A9D180224E2}"/>
    <dgm:cxn modelId="{87B50F9F-AB95-8D48-8EAA-EE2C98BBA0FB}" type="presOf" srcId="{C2727B2F-1E1A-4532-8782-A984E631F8C9}" destId="{86F1E576-68F5-714B-997E-9EF0C81D6D28}" srcOrd="0" destOrd="0" presId="urn:microsoft.com/office/officeart/2008/layout/LinedList"/>
    <dgm:cxn modelId="{9A2AD2A3-9404-224E-AE5D-F2F6E0C0C99D}" type="presOf" srcId="{E45E16A7-3F44-49C0-9F4D-703AE81FD7D3}" destId="{EF49B851-C154-B340-BA5B-23EB684E9EAF}" srcOrd="0" destOrd="0" presId="urn:microsoft.com/office/officeart/2008/layout/LinedList"/>
    <dgm:cxn modelId="{4AE572A8-C458-4A2E-91D8-AF48CF7E5805}" srcId="{C2727B2F-1E1A-4532-8782-A984E631F8C9}" destId="{10BF4870-EFAC-4BAE-AA28-3EFE2703A80B}" srcOrd="1" destOrd="0" parTransId="{745E0E9B-22DE-4DCC-887E-65516FC041D9}" sibTransId="{7DE6BE6F-635C-4425-A8A0-AD2D85347CA1}"/>
    <dgm:cxn modelId="{CD8698BA-10C6-7D4E-BA41-E29BBC5BA3E9}" type="presOf" srcId="{A54E322B-BB45-403D-84A0-34893D57F448}" destId="{46825EF9-0755-4A49-8487-720F80DFBA5C}" srcOrd="0" destOrd="0" presId="urn:microsoft.com/office/officeart/2008/layout/LinedList"/>
    <dgm:cxn modelId="{7282D3EE-B756-3548-AA31-8E88B6A29CDD}" type="presOf" srcId="{10BF4870-EFAC-4BAE-AA28-3EFE2703A80B}" destId="{08234939-5A9B-8F4A-B8D3-524B0E5C7E59}" srcOrd="0" destOrd="0" presId="urn:microsoft.com/office/officeart/2008/layout/LinedList"/>
    <dgm:cxn modelId="{E348B9EF-D11D-4B55-BD2C-34D8747ABDD3}" srcId="{C2727B2F-1E1A-4532-8782-A984E631F8C9}" destId="{A54E322B-BB45-403D-84A0-34893D57F448}" srcOrd="3" destOrd="0" parTransId="{61402EA4-71D1-45D4-B224-3B25AAD35110}" sibTransId="{98C59366-2532-4277-80C2-84A697BB580B}"/>
    <dgm:cxn modelId="{05DCC5BF-66FA-3C4E-B217-9A295CE1081D}" type="presParOf" srcId="{86F1E576-68F5-714B-997E-9EF0C81D6D28}" destId="{07AAF13D-9E33-7A4A-9D2D-B599D8EF770C}" srcOrd="0" destOrd="0" presId="urn:microsoft.com/office/officeart/2008/layout/LinedList"/>
    <dgm:cxn modelId="{724B5C6D-A6CB-EB42-B57C-646A9DE155A7}" type="presParOf" srcId="{86F1E576-68F5-714B-997E-9EF0C81D6D28}" destId="{004E7058-9378-D749-BF8B-1783AEC9A2B6}" srcOrd="1" destOrd="0" presId="urn:microsoft.com/office/officeart/2008/layout/LinedList"/>
    <dgm:cxn modelId="{3CF0081E-C0E2-1D47-9A56-A10D4BC84D53}" type="presParOf" srcId="{004E7058-9378-D749-BF8B-1783AEC9A2B6}" destId="{E4B45997-17B8-DE41-93E4-029354AFB3BA}" srcOrd="0" destOrd="0" presId="urn:microsoft.com/office/officeart/2008/layout/LinedList"/>
    <dgm:cxn modelId="{6FBD8829-BE3D-2D49-AC96-3562B68D2E1B}" type="presParOf" srcId="{004E7058-9378-D749-BF8B-1783AEC9A2B6}" destId="{C1DE3913-FDEB-7349-94F3-444E2880EF65}" srcOrd="1" destOrd="0" presId="urn:microsoft.com/office/officeart/2008/layout/LinedList"/>
    <dgm:cxn modelId="{D9FC33F7-7936-9A44-8149-5E98165B9F4D}" type="presParOf" srcId="{86F1E576-68F5-714B-997E-9EF0C81D6D28}" destId="{0C4CF6C9-3C90-F745-816E-AFD28F5F0049}" srcOrd="2" destOrd="0" presId="urn:microsoft.com/office/officeart/2008/layout/LinedList"/>
    <dgm:cxn modelId="{2C3FBBDC-84DE-7340-AA52-21A5BFD50FC3}" type="presParOf" srcId="{86F1E576-68F5-714B-997E-9EF0C81D6D28}" destId="{C07C87D6-7F7C-2840-91B6-D861E97A1C24}" srcOrd="3" destOrd="0" presId="urn:microsoft.com/office/officeart/2008/layout/LinedList"/>
    <dgm:cxn modelId="{75592729-D99F-E744-9AD0-07150A73A394}" type="presParOf" srcId="{C07C87D6-7F7C-2840-91B6-D861E97A1C24}" destId="{08234939-5A9B-8F4A-B8D3-524B0E5C7E59}" srcOrd="0" destOrd="0" presId="urn:microsoft.com/office/officeart/2008/layout/LinedList"/>
    <dgm:cxn modelId="{D30C9444-FC45-BC40-9D8D-9CBB529455B0}" type="presParOf" srcId="{C07C87D6-7F7C-2840-91B6-D861E97A1C24}" destId="{DFB88A7F-CD03-8446-A14A-CA81650F49CE}" srcOrd="1" destOrd="0" presId="urn:microsoft.com/office/officeart/2008/layout/LinedList"/>
    <dgm:cxn modelId="{36D1A83F-B5FF-8B4F-BBE5-3253AE26EFD1}" type="presParOf" srcId="{86F1E576-68F5-714B-997E-9EF0C81D6D28}" destId="{65EAE37D-216D-DF4B-B1DD-E5D0AAF3391A}" srcOrd="4" destOrd="0" presId="urn:microsoft.com/office/officeart/2008/layout/LinedList"/>
    <dgm:cxn modelId="{234E23A1-7EFD-E64E-B2ED-F68161E383FF}" type="presParOf" srcId="{86F1E576-68F5-714B-997E-9EF0C81D6D28}" destId="{2AF23102-ED4A-CC4F-8372-C634B2011372}" srcOrd="5" destOrd="0" presId="urn:microsoft.com/office/officeart/2008/layout/LinedList"/>
    <dgm:cxn modelId="{C9775D59-FA2F-C74D-AEAF-C60FEEA22E9A}" type="presParOf" srcId="{2AF23102-ED4A-CC4F-8372-C634B2011372}" destId="{EF49B851-C154-B340-BA5B-23EB684E9EAF}" srcOrd="0" destOrd="0" presId="urn:microsoft.com/office/officeart/2008/layout/LinedList"/>
    <dgm:cxn modelId="{A8CFD120-56FC-C14E-BBD0-285AD683D26A}" type="presParOf" srcId="{2AF23102-ED4A-CC4F-8372-C634B2011372}" destId="{DA477A55-8A74-B148-B87F-A8E95AA4BEEC}" srcOrd="1" destOrd="0" presId="urn:microsoft.com/office/officeart/2008/layout/LinedList"/>
    <dgm:cxn modelId="{4F67CAA0-897B-7740-9FA8-191ACC18E7B6}" type="presParOf" srcId="{86F1E576-68F5-714B-997E-9EF0C81D6D28}" destId="{C69DA177-860C-1D46-A402-056E2F5DC1B2}" srcOrd="6" destOrd="0" presId="urn:microsoft.com/office/officeart/2008/layout/LinedList"/>
    <dgm:cxn modelId="{8E738BA9-8812-3A42-AFE8-BB388D035918}" type="presParOf" srcId="{86F1E576-68F5-714B-997E-9EF0C81D6D28}" destId="{25C6A1F5-7CAB-9E4E-8915-4B9D40B43DF5}" srcOrd="7" destOrd="0" presId="urn:microsoft.com/office/officeart/2008/layout/LinedList"/>
    <dgm:cxn modelId="{4214F2CE-17EF-A340-97DC-EBF46DBD4B74}" type="presParOf" srcId="{25C6A1F5-7CAB-9E4E-8915-4B9D40B43DF5}" destId="{46825EF9-0755-4A49-8487-720F80DFBA5C}" srcOrd="0" destOrd="0" presId="urn:microsoft.com/office/officeart/2008/layout/LinedList"/>
    <dgm:cxn modelId="{6D8F1FA6-F9C9-0748-BE93-50F6D5EF432E}" type="presParOf" srcId="{25C6A1F5-7CAB-9E4E-8915-4B9D40B43DF5}" destId="{D12B89D8-339A-D346-ABA0-B871A4DDCF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A414AE-905D-4F1B-A571-21DDE19B5EA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659E4E7-AB3B-406F-AD39-AD017606FB6D}">
      <dgm:prSet/>
      <dgm:spPr/>
      <dgm:t>
        <a:bodyPr/>
        <a:lstStyle/>
        <a:p>
          <a:r>
            <a:rPr lang="en-US"/>
            <a:t>Preprocessing</a:t>
          </a:r>
        </a:p>
      </dgm:t>
    </dgm:pt>
    <dgm:pt modelId="{F0D85EBD-EB43-40FF-A3A0-90BDA687F4B9}" type="parTrans" cxnId="{28ADA482-719F-45E1-B5BC-C90CA339860D}">
      <dgm:prSet/>
      <dgm:spPr/>
      <dgm:t>
        <a:bodyPr/>
        <a:lstStyle/>
        <a:p>
          <a:endParaRPr lang="en-US"/>
        </a:p>
      </dgm:t>
    </dgm:pt>
    <dgm:pt modelId="{FD2CCE0D-50C3-484E-8ECD-9F8AD7469FC5}" type="sibTrans" cxnId="{28ADA482-719F-45E1-B5BC-C90CA339860D}">
      <dgm:prSet/>
      <dgm:spPr/>
      <dgm:t>
        <a:bodyPr/>
        <a:lstStyle/>
        <a:p>
          <a:endParaRPr lang="en-US"/>
        </a:p>
      </dgm:t>
    </dgm:pt>
    <dgm:pt modelId="{DC1FF6A6-5725-46D4-BD99-2B06793A13E2}">
      <dgm:prSet/>
      <dgm:spPr/>
      <dgm:t>
        <a:bodyPr/>
        <a:lstStyle/>
        <a:p>
          <a:r>
            <a:rPr lang="en-US"/>
            <a:t>Remove all records with missing values</a:t>
          </a:r>
        </a:p>
      </dgm:t>
    </dgm:pt>
    <dgm:pt modelId="{64EAE5DD-CC31-4333-BC64-B19011D18D22}" type="parTrans" cxnId="{FC3A19A6-8759-4FED-AFF0-0D8E886E9203}">
      <dgm:prSet/>
      <dgm:spPr/>
      <dgm:t>
        <a:bodyPr/>
        <a:lstStyle/>
        <a:p>
          <a:endParaRPr lang="en-US"/>
        </a:p>
      </dgm:t>
    </dgm:pt>
    <dgm:pt modelId="{B634B5DB-4395-48A9-A56C-18294708690F}" type="sibTrans" cxnId="{FC3A19A6-8759-4FED-AFF0-0D8E886E9203}">
      <dgm:prSet/>
      <dgm:spPr/>
      <dgm:t>
        <a:bodyPr/>
        <a:lstStyle/>
        <a:p>
          <a:endParaRPr lang="en-US"/>
        </a:p>
      </dgm:t>
    </dgm:pt>
    <dgm:pt modelId="{2DD3F166-AE19-42CE-81D7-6CCE1435C4D9}">
      <dgm:prSet/>
      <dgm:spPr/>
      <dgm:t>
        <a:bodyPr/>
        <a:lstStyle/>
        <a:p>
          <a:r>
            <a:rPr lang="en-US"/>
            <a:t>Discretization</a:t>
          </a:r>
        </a:p>
      </dgm:t>
    </dgm:pt>
    <dgm:pt modelId="{84FA3930-C48F-4065-AAB9-764FABCC43D2}" type="parTrans" cxnId="{816E81E8-BA65-4022-B0C1-3BAD78BEED5E}">
      <dgm:prSet/>
      <dgm:spPr/>
      <dgm:t>
        <a:bodyPr/>
        <a:lstStyle/>
        <a:p>
          <a:endParaRPr lang="en-US"/>
        </a:p>
      </dgm:t>
    </dgm:pt>
    <dgm:pt modelId="{F7D7D079-1558-4EDD-BCDE-8987FC5E46E1}" type="sibTrans" cxnId="{816E81E8-BA65-4022-B0C1-3BAD78BEED5E}">
      <dgm:prSet/>
      <dgm:spPr/>
      <dgm:t>
        <a:bodyPr/>
        <a:lstStyle/>
        <a:p>
          <a:endParaRPr lang="en-US"/>
        </a:p>
      </dgm:t>
    </dgm:pt>
    <dgm:pt modelId="{35D29878-A393-4681-8FAA-CDBA7AA97ABE}">
      <dgm:prSet/>
      <dgm:spPr/>
      <dgm:t>
        <a:bodyPr/>
        <a:lstStyle/>
        <a:p>
          <a:r>
            <a:rPr lang="en-US"/>
            <a:t>Using KBinsDiscretizer, transform all the continuous columns into ‘n’ bins discrete values</a:t>
          </a:r>
        </a:p>
      </dgm:t>
    </dgm:pt>
    <dgm:pt modelId="{9DA6628A-BFE0-4C8C-9570-2A74F42A83A8}" type="parTrans" cxnId="{8D9131BE-C822-49E9-9C50-0BDC7ABCD2E1}">
      <dgm:prSet/>
      <dgm:spPr/>
      <dgm:t>
        <a:bodyPr/>
        <a:lstStyle/>
        <a:p>
          <a:endParaRPr lang="en-US"/>
        </a:p>
      </dgm:t>
    </dgm:pt>
    <dgm:pt modelId="{EA61D942-CB17-4B7E-8DC4-56DAFE083769}" type="sibTrans" cxnId="{8D9131BE-C822-49E9-9C50-0BDC7ABCD2E1}">
      <dgm:prSet/>
      <dgm:spPr/>
      <dgm:t>
        <a:bodyPr/>
        <a:lstStyle/>
        <a:p>
          <a:endParaRPr lang="en-US"/>
        </a:p>
      </dgm:t>
    </dgm:pt>
    <dgm:pt modelId="{98E5D21E-F09A-4511-B374-1CE33EFA5A1F}">
      <dgm:prSet/>
      <dgm:spPr/>
      <dgm:t>
        <a:bodyPr/>
        <a:lstStyle/>
        <a:p>
          <a:r>
            <a:rPr lang="en-US"/>
            <a:t>Bayesian Network</a:t>
          </a:r>
        </a:p>
      </dgm:t>
    </dgm:pt>
    <dgm:pt modelId="{75099FA6-63A0-46FF-9829-C6E70DAC56E7}" type="parTrans" cxnId="{2B2617FA-6432-4076-A848-8BB200EAD650}">
      <dgm:prSet/>
      <dgm:spPr/>
      <dgm:t>
        <a:bodyPr/>
        <a:lstStyle/>
        <a:p>
          <a:endParaRPr lang="en-US"/>
        </a:p>
      </dgm:t>
    </dgm:pt>
    <dgm:pt modelId="{F91CC736-71CF-4085-9C9B-9C7CBFB13EAA}" type="sibTrans" cxnId="{2B2617FA-6432-4076-A848-8BB200EAD650}">
      <dgm:prSet/>
      <dgm:spPr/>
      <dgm:t>
        <a:bodyPr/>
        <a:lstStyle/>
        <a:p>
          <a:endParaRPr lang="en-US"/>
        </a:p>
      </dgm:t>
    </dgm:pt>
    <dgm:pt modelId="{70E6AC66-AE80-40F7-8E5E-B18AD9551CE7}">
      <dgm:prSet/>
      <dgm:spPr/>
      <dgm:t>
        <a:bodyPr/>
        <a:lstStyle/>
        <a:p>
          <a:r>
            <a:rPr lang="en-US"/>
            <a:t>Structure learning</a:t>
          </a:r>
        </a:p>
      </dgm:t>
    </dgm:pt>
    <dgm:pt modelId="{917C4AAB-EB50-4583-89DF-D0AD8B61B6AA}" type="parTrans" cxnId="{CECC3B5D-C723-4C9A-9F39-FFB7CBBD914D}">
      <dgm:prSet/>
      <dgm:spPr/>
      <dgm:t>
        <a:bodyPr/>
        <a:lstStyle/>
        <a:p>
          <a:endParaRPr lang="en-US"/>
        </a:p>
      </dgm:t>
    </dgm:pt>
    <dgm:pt modelId="{E9C214A8-34BB-416E-AC8F-8EB32288DB2F}" type="sibTrans" cxnId="{CECC3B5D-C723-4C9A-9F39-FFB7CBBD914D}">
      <dgm:prSet/>
      <dgm:spPr/>
      <dgm:t>
        <a:bodyPr/>
        <a:lstStyle/>
        <a:p>
          <a:endParaRPr lang="en-US"/>
        </a:p>
      </dgm:t>
    </dgm:pt>
    <dgm:pt modelId="{288563D3-FE99-4AC8-BA4D-D8E6422B1596}">
      <dgm:prSet/>
      <dgm:spPr/>
      <dgm:t>
        <a:bodyPr/>
        <a:lstStyle/>
        <a:p>
          <a:r>
            <a:rPr lang="en-US"/>
            <a:t>Manually or by using HillClimbSearch and K2 scoring method to learn the Bayesian structure</a:t>
          </a:r>
        </a:p>
      </dgm:t>
    </dgm:pt>
    <dgm:pt modelId="{425059DD-EA76-4194-9A81-575D78581488}" type="parTrans" cxnId="{AA893B50-016D-4B5E-93E3-AE1718906591}">
      <dgm:prSet/>
      <dgm:spPr/>
      <dgm:t>
        <a:bodyPr/>
        <a:lstStyle/>
        <a:p>
          <a:endParaRPr lang="en-US"/>
        </a:p>
      </dgm:t>
    </dgm:pt>
    <dgm:pt modelId="{FC5640A5-61C9-42DB-8EE5-985081DA2D8E}" type="sibTrans" cxnId="{AA893B50-016D-4B5E-93E3-AE1718906591}">
      <dgm:prSet/>
      <dgm:spPr/>
      <dgm:t>
        <a:bodyPr/>
        <a:lstStyle/>
        <a:p>
          <a:endParaRPr lang="en-US"/>
        </a:p>
      </dgm:t>
    </dgm:pt>
    <dgm:pt modelId="{6D07CB02-A907-4A79-B0B3-E414D682B23D}">
      <dgm:prSet/>
      <dgm:spPr/>
      <dgm:t>
        <a:bodyPr/>
        <a:lstStyle/>
        <a:p>
          <a:r>
            <a:rPr lang="en-US"/>
            <a:t>Parameter learning</a:t>
          </a:r>
        </a:p>
      </dgm:t>
    </dgm:pt>
    <dgm:pt modelId="{B9C0920B-7A63-439D-96FB-E66F094C543B}" type="parTrans" cxnId="{E22154F1-289F-4766-AF7D-AFE8116D44B3}">
      <dgm:prSet/>
      <dgm:spPr/>
      <dgm:t>
        <a:bodyPr/>
        <a:lstStyle/>
        <a:p>
          <a:endParaRPr lang="en-US"/>
        </a:p>
      </dgm:t>
    </dgm:pt>
    <dgm:pt modelId="{E09C0F29-CE2B-4733-B83B-B3F2D69C8925}" type="sibTrans" cxnId="{E22154F1-289F-4766-AF7D-AFE8116D44B3}">
      <dgm:prSet/>
      <dgm:spPr/>
      <dgm:t>
        <a:bodyPr/>
        <a:lstStyle/>
        <a:p>
          <a:endParaRPr lang="en-US"/>
        </a:p>
      </dgm:t>
    </dgm:pt>
    <dgm:pt modelId="{3C1DBD6E-3942-4731-9A81-17372ECB29E2}">
      <dgm:prSet/>
      <dgm:spPr/>
      <dgm:t>
        <a:bodyPr/>
        <a:lstStyle/>
        <a:p>
          <a:r>
            <a:rPr lang="en-US"/>
            <a:t>Use MLE or BE to train the model on the learned structure</a:t>
          </a:r>
        </a:p>
      </dgm:t>
    </dgm:pt>
    <dgm:pt modelId="{CFDC98AF-D730-4934-A9B2-E39E259193D2}" type="parTrans" cxnId="{5C50167E-5D1C-4A01-A81C-2D84C47B83CD}">
      <dgm:prSet/>
      <dgm:spPr/>
      <dgm:t>
        <a:bodyPr/>
        <a:lstStyle/>
        <a:p>
          <a:endParaRPr lang="en-US"/>
        </a:p>
      </dgm:t>
    </dgm:pt>
    <dgm:pt modelId="{167D9C1F-DCC3-4012-A2E5-50AD62985263}" type="sibTrans" cxnId="{5C50167E-5D1C-4A01-A81C-2D84C47B83CD}">
      <dgm:prSet/>
      <dgm:spPr/>
      <dgm:t>
        <a:bodyPr/>
        <a:lstStyle/>
        <a:p>
          <a:endParaRPr lang="en-US"/>
        </a:p>
      </dgm:t>
    </dgm:pt>
    <dgm:pt modelId="{7B46AA34-6A60-46E4-BE00-155C09597316}">
      <dgm:prSet/>
      <dgm:spPr/>
      <dgm:t>
        <a:bodyPr/>
        <a:lstStyle/>
        <a:p>
          <a:r>
            <a:rPr lang="en-US"/>
            <a:t>Conditional probability Querying</a:t>
          </a:r>
        </a:p>
      </dgm:t>
    </dgm:pt>
    <dgm:pt modelId="{A2337403-748B-4A18-87FC-6D3E838D94E9}" type="parTrans" cxnId="{9BD8B89A-2052-43CE-AC8B-6C482DDCB28C}">
      <dgm:prSet/>
      <dgm:spPr/>
      <dgm:t>
        <a:bodyPr/>
        <a:lstStyle/>
        <a:p>
          <a:endParaRPr lang="en-US"/>
        </a:p>
      </dgm:t>
    </dgm:pt>
    <dgm:pt modelId="{D362DF1F-3287-4B2A-AF1D-926603EB5171}" type="sibTrans" cxnId="{9BD8B89A-2052-43CE-AC8B-6C482DDCB28C}">
      <dgm:prSet/>
      <dgm:spPr/>
      <dgm:t>
        <a:bodyPr/>
        <a:lstStyle/>
        <a:p>
          <a:endParaRPr lang="en-US"/>
        </a:p>
      </dgm:t>
    </dgm:pt>
    <dgm:pt modelId="{54833A9F-7BCE-490A-B506-427DE47150D9}">
      <dgm:prSet/>
      <dgm:spPr/>
      <dgm:t>
        <a:bodyPr/>
        <a:lstStyle/>
        <a:p>
          <a:r>
            <a:rPr lang="en-US"/>
            <a:t>Inference</a:t>
          </a:r>
        </a:p>
      </dgm:t>
    </dgm:pt>
    <dgm:pt modelId="{176E3DBB-A635-465B-ADD8-B40EAE66EB16}" type="parTrans" cxnId="{D5C4F9DD-96F1-4842-B1B9-075C4DCEA8D4}">
      <dgm:prSet/>
      <dgm:spPr/>
      <dgm:t>
        <a:bodyPr/>
        <a:lstStyle/>
        <a:p>
          <a:endParaRPr lang="en-US"/>
        </a:p>
      </dgm:t>
    </dgm:pt>
    <dgm:pt modelId="{F1C629A8-3D51-4531-B666-51DB85D7F2D3}" type="sibTrans" cxnId="{D5C4F9DD-96F1-4842-B1B9-075C4DCEA8D4}">
      <dgm:prSet/>
      <dgm:spPr/>
      <dgm:t>
        <a:bodyPr/>
        <a:lstStyle/>
        <a:p>
          <a:endParaRPr lang="en-US"/>
        </a:p>
      </dgm:t>
    </dgm:pt>
    <dgm:pt modelId="{35C6FA69-B882-45D4-807F-DFC6A5A320FC}">
      <dgm:prSet/>
      <dgm:spPr/>
      <dgm:t>
        <a:bodyPr/>
        <a:lstStyle/>
        <a:p>
          <a:r>
            <a:rPr lang="en-US"/>
            <a:t>Use VariableElimination to establish an inference</a:t>
          </a:r>
        </a:p>
      </dgm:t>
    </dgm:pt>
    <dgm:pt modelId="{6B4DB6A0-4EB9-4D8B-B8E3-AE325FEB2DCF}" type="parTrans" cxnId="{10BC6786-BB81-4769-A8A8-7ECAA2B13D48}">
      <dgm:prSet/>
      <dgm:spPr/>
      <dgm:t>
        <a:bodyPr/>
        <a:lstStyle/>
        <a:p>
          <a:endParaRPr lang="en-US"/>
        </a:p>
      </dgm:t>
    </dgm:pt>
    <dgm:pt modelId="{5AD895D6-666C-4F0B-A68D-CF21A496C3B5}" type="sibTrans" cxnId="{10BC6786-BB81-4769-A8A8-7ECAA2B13D48}">
      <dgm:prSet/>
      <dgm:spPr/>
      <dgm:t>
        <a:bodyPr/>
        <a:lstStyle/>
        <a:p>
          <a:endParaRPr lang="en-US"/>
        </a:p>
      </dgm:t>
    </dgm:pt>
    <dgm:pt modelId="{6F4D8BB8-46AD-4EEF-BDD3-5841D6364A14}">
      <dgm:prSet/>
      <dgm:spPr/>
      <dgm:t>
        <a:bodyPr/>
        <a:lstStyle/>
        <a:p>
          <a:r>
            <a:rPr lang="en-US"/>
            <a:t>Based on the inference, evidence and outcome variable; posterior probabilities are calculated</a:t>
          </a:r>
        </a:p>
      </dgm:t>
    </dgm:pt>
    <dgm:pt modelId="{8F6704BD-6A70-4FF4-B4D0-4069B616253E}" type="parTrans" cxnId="{50D84A36-CD11-44C5-916F-0EE989A02207}">
      <dgm:prSet/>
      <dgm:spPr/>
      <dgm:t>
        <a:bodyPr/>
        <a:lstStyle/>
        <a:p>
          <a:endParaRPr lang="en-US"/>
        </a:p>
      </dgm:t>
    </dgm:pt>
    <dgm:pt modelId="{6E2C14F1-D916-4EE6-9015-56651FA9CA2B}" type="sibTrans" cxnId="{50D84A36-CD11-44C5-916F-0EE989A02207}">
      <dgm:prSet/>
      <dgm:spPr/>
      <dgm:t>
        <a:bodyPr/>
        <a:lstStyle/>
        <a:p>
          <a:endParaRPr lang="en-US"/>
        </a:p>
      </dgm:t>
    </dgm:pt>
    <dgm:pt modelId="{AC3E09F9-0B8D-47C7-99C2-2B0DE8906884}">
      <dgm:prSet/>
      <dgm:spPr/>
      <dgm:t>
        <a:bodyPr/>
        <a:lstStyle/>
        <a:p>
          <a:r>
            <a:rPr lang="en-US"/>
            <a:t>Classification and Evaluation</a:t>
          </a:r>
        </a:p>
      </dgm:t>
    </dgm:pt>
    <dgm:pt modelId="{D5734B40-3DAA-482C-A853-D40759410F1F}" type="parTrans" cxnId="{29493ACB-F182-4595-A77C-3F10493CDEB6}">
      <dgm:prSet/>
      <dgm:spPr/>
      <dgm:t>
        <a:bodyPr/>
        <a:lstStyle/>
        <a:p>
          <a:endParaRPr lang="en-US"/>
        </a:p>
      </dgm:t>
    </dgm:pt>
    <dgm:pt modelId="{C21E5923-D92B-4A03-998D-3663B3A5BFEC}" type="sibTrans" cxnId="{29493ACB-F182-4595-A77C-3F10493CDEB6}">
      <dgm:prSet/>
      <dgm:spPr/>
      <dgm:t>
        <a:bodyPr/>
        <a:lstStyle/>
        <a:p>
          <a:endParaRPr lang="en-US"/>
        </a:p>
      </dgm:t>
    </dgm:pt>
    <dgm:pt modelId="{1CA0595A-B6A7-4580-B9FA-BB70B856A2D7}">
      <dgm:prSet/>
      <dgm:spPr/>
      <dgm:t>
        <a:bodyPr/>
        <a:lstStyle/>
        <a:p>
          <a:r>
            <a:rPr lang="en-US"/>
            <a:t>The patient is classified and then the model is evaluated based on the ground truths</a:t>
          </a:r>
        </a:p>
      </dgm:t>
    </dgm:pt>
    <dgm:pt modelId="{F6964892-BA20-43DE-BC2B-23E0064C3A6C}" type="parTrans" cxnId="{6A9342A6-DCF8-4D7F-8292-47F652CDD809}">
      <dgm:prSet/>
      <dgm:spPr/>
      <dgm:t>
        <a:bodyPr/>
        <a:lstStyle/>
        <a:p>
          <a:endParaRPr lang="en-US"/>
        </a:p>
      </dgm:t>
    </dgm:pt>
    <dgm:pt modelId="{F99BCFCE-6BE6-4A41-9D8A-56C274032B58}" type="sibTrans" cxnId="{6A9342A6-DCF8-4D7F-8292-47F652CDD809}">
      <dgm:prSet/>
      <dgm:spPr/>
      <dgm:t>
        <a:bodyPr/>
        <a:lstStyle/>
        <a:p>
          <a:endParaRPr lang="en-US"/>
        </a:p>
      </dgm:t>
    </dgm:pt>
    <dgm:pt modelId="{52585D24-AC00-3A4B-8AE1-B2D16963A9D3}" type="pres">
      <dgm:prSet presAssocID="{51A414AE-905D-4F1B-A571-21DDE19B5EA9}" presName="linear" presStyleCnt="0">
        <dgm:presLayoutVars>
          <dgm:dir/>
          <dgm:animLvl val="lvl"/>
          <dgm:resizeHandles val="exact"/>
        </dgm:presLayoutVars>
      </dgm:prSet>
      <dgm:spPr/>
    </dgm:pt>
    <dgm:pt modelId="{33897145-E85E-6543-949C-F8F4FA9DA71D}" type="pres">
      <dgm:prSet presAssocID="{9659E4E7-AB3B-406F-AD39-AD017606FB6D}" presName="parentLin" presStyleCnt="0"/>
      <dgm:spPr/>
    </dgm:pt>
    <dgm:pt modelId="{D9444A64-EEEB-4A45-B98B-D0C1EE8384C9}" type="pres">
      <dgm:prSet presAssocID="{9659E4E7-AB3B-406F-AD39-AD017606FB6D}" presName="parentLeftMargin" presStyleLbl="node1" presStyleIdx="0" presStyleCnt="5"/>
      <dgm:spPr/>
    </dgm:pt>
    <dgm:pt modelId="{F91DDA3B-925F-474B-B592-4F41652C2DCC}" type="pres">
      <dgm:prSet presAssocID="{9659E4E7-AB3B-406F-AD39-AD017606FB6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35A1AF9-2B56-EF4C-BF8A-09046A88311D}" type="pres">
      <dgm:prSet presAssocID="{9659E4E7-AB3B-406F-AD39-AD017606FB6D}" presName="negativeSpace" presStyleCnt="0"/>
      <dgm:spPr/>
    </dgm:pt>
    <dgm:pt modelId="{A21ADA47-B285-3A42-808F-1282E745F5F9}" type="pres">
      <dgm:prSet presAssocID="{9659E4E7-AB3B-406F-AD39-AD017606FB6D}" presName="childText" presStyleLbl="conFgAcc1" presStyleIdx="0" presStyleCnt="5">
        <dgm:presLayoutVars>
          <dgm:bulletEnabled val="1"/>
        </dgm:presLayoutVars>
      </dgm:prSet>
      <dgm:spPr/>
    </dgm:pt>
    <dgm:pt modelId="{A4E3EA50-EC7B-9A4D-80C0-E3282173F6BB}" type="pres">
      <dgm:prSet presAssocID="{FD2CCE0D-50C3-484E-8ECD-9F8AD7469FC5}" presName="spaceBetweenRectangles" presStyleCnt="0"/>
      <dgm:spPr/>
    </dgm:pt>
    <dgm:pt modelId="{79BBA6AB-63D8-8A42-AD5D-6D0C29DB970C}" type="pres">
      <dgm:prSet presAssocID="{2DD3F166-AE19-42CE-81D7-6CCE1435C4D9}" presName="parentLin" presStyleCnt="0"/>
      <dgm:spPr/>
    </dgm:pt>
    <dgm:pt modelId="{E34578B0-05AE-0746-B551-4AF3EBB943E8}" type="pres">
      <dgm:prSet presAssocID="{2DD3F166-AE19-42CE-81D7-6CCE1435C4D9}" presName="parentLeftMargin" presStyleLbl="node1" presStyleIdx="0" presStyleCnt="5"/>
      <dgm:spPr/>
    </dgm:pt>
    <dgm:pt modelId="{E633EC3F-B138-CF4C-9B16-B6FAE08E39CC}" type="pres">
      <dgm:prSet presAssocID="{2DD3F166-AE19-42CE-81D7-6CCE1435C4D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55846BF-04AF-3D4A-9BD8-8185B0E270F2}" type="pres">
      <dgm:prSet presAssocID="{2DD3F166-AE19-42CE-81D7-6CCE1435C4D9}" presName="negativeSpace" presStyleCnt="0"/>
      <dgm:spPr/>
    </dgm:pt>
    <dgm:pt modelId="{BC60F40F-22A3-B440-A7AA-E1E7BAFA078A}" type="pres">
      <dgm:prSet presAssocID="{2DD3F166-AE19-42CE-81D7-6CCE1435C4D9}" presName="childText" presStyleLbl="conFgAcc1" presStyleIdx="1" presStyleCnt="5">
        <dgm:presLayoutVars>
          <dgm:bulletEnabled val="1"/>
        </dgm:presLayoutVars>
      </dgm:prSet>
      <dgm:spPr/>
    </dgm:pt>
    <dgm:pt modelId="{A860767C-E120-EC40-BE9B-0EB05D62A29F}" type="pres">
      <dgm:prSet presAssocID="{F7D7D079-1558-4EDD-BCDE-8987FC5E46E1}" presName="spaceBetweenRectangles" presStyleCnt="0"/>
      <dgm:spPr/>
    </dgm:pt>
    <dgm:pt modelId="{1819EBEC-C7B2-6E46-B4FD-BC7CEDB689C2}" type="pres">
      <dgm:prSet presAssocID="{98E5D21E-F09A-4511-B374-1CE33EFA5A1F}" presName="parentLin" presStyleCnt="0"/>
      <dgm:spPr/>
    </dgm:pt>
    <dgm:pt modelId="{53FE5FF2-F5CF-9343-8E45-76D3753FAEE7}" type="pres">
      <dgm:prSet presAssocID="{98E5D21E-F09A-4511-B374-1CE33EFA5A1F}" presName="parentLeftMargin" presStyleLbl="node1" presStyleIdx="1" presStyleCnt="5"/>
      <dgm:spPr/>
    </dgm:pt>
    <dgm:pt modelId="{B310C277-D75F-0149-958F-5F772DD901E9}" type="pres">
      <dgm:prSet presAssocID="{98E5D21E-F09A-4511-B374-1CE33EFA5A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4008ADF-D554-B94B-9850-32A88B10914F}" type="pres">
      <dgm:prSet presAssocID="{98E5D21E-F09A-4511-B374-1CE33EFA5A1F}" presName="negativeSpace" presStyleCnt="0"/>
      <dgm:spPr/>
    </dgm:pt>
    <dgm:pt modelId="{5CF4573C-0160-EC42-9F30-3A1F4818A714}" type="pres">
      <dgm:prSet presAssocID="{98E5D21E-F09A-4511-B374-1CE33EFA5A1F}" presName="childText" presStyleLbl="conFgAcc1" presStyleIdx="2" presStyleCnt="5">
        <dgm:presLayoutVars>
          <dgm:bulletEnabled val="1"/>
        </dgm:presLayoutVars>
      </dgm:prSet>
      <dgm:spPr/>
    </dgm:pt>
    <dgm:pt modelId="{0F129F3A-73AA-AB4F-B062-B9BF43B1D2E5}" type="pres">
      <dgm:prSet presAssocID="{F91CC736-71CF-4085-9C9B-9C7CBFB13EAA}" presName="spaceBetweenRectangles" presStyleCnt="0"/>
      <dgm:spPr/>
    </dgm:pt>
    <dgm:pt modelId="{B39ECA97-5503-8641-B727-957CFEF1D8E1}" type="pres">
      <dgm:prSet presAssocID="{7B46AA34-6A60-46E4-BE00-155C09597316}" presName="parentLin" presStyleCnt="0"/>
      <dgm:spPr/>
    </dgm:pt>
    <dgm:pt modelId="{4081093C-E71B-2840-A5C0-7BDA3C63D6C4}" type="pres">
      <dgm:prSet presAssocID="{7B46AA34-6A60-46E4-BE00-155C09597316}" presName="parentLeftMargin" presStyleLbl="node1" presStyleIdx="2" presStyleCnt="5"/>
      <dgm:spPr/>
    </dgm:pt>
    <dgm:pt modelId="{E3E3AE0B-F9D5-5A49-8CE5-34522A5807EA}" type="pres">
      <dgm:prSet presAssocID="{7B46AA34-6A60-46E4-BE00-155C095973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3B35753-66CA-AD4B-AB1A-306157135D30}" type="pres">
      <dgm:prSet presAssocID="{7B46AA34-6A60-46E4-BE00-155C09597316}" presName="negativeSpace" presStyleCnt="0"/>
      <dgm:spPr/>
    </dgm:pt>
    <dgm:pt modelId="{3E9F0AB0-A2B7-0A43-AF71-7BA3CA5CD167}" type="pres">
      <dgm:prSet presAssocID="{7B46AA34-6A60-46E4-BE00-155C09597316}" presName="childText" presStyleLbl="conFgAcc1" presStyleIdx="3" presStyleCnt="5">
        <dgm:presLayoutVars>
          <dgm:bulletEnabled val="1"/>
        </dgm:presLayoutVars>
      </dgm:prSet>
      <dgm:spPr/>
    </dgm:pt>
    <dgm:pt modelId="{49D949E5-463F-CC48-9818-CA3312C07899}" type="pres">
      <dgm:prSet presAssocID="{D362DF1F-3287-4B2A-AF1D-926603EB5171}" presName="spaceBetweenRectangles" presStyleCnt="0"/>
      <dgm:spPr/>
    </dgm:pt>
    <dgm:pt modelId="{0D7AE05F-2A05-044C-B6B8-8BC252115EEF}" type="pres">
      <dgm:prSet presAssocID="{AC3E09F9-0B8D-47C7-99C2-2B0DE8906884}" presName="parentLin" presStyleCnt="0"/>
      <dgm:spPr/>
    </dgm:pt>
    <dgm:pt modelId="{FFBAFD9F-FF06-1543-9DAF-F02D7C948D8D}" type="pres">
      <dgm:prSet presAssocID="{AC3E09F9-0B8D-47C7-99C2-2B0DE8906884}" presName="parentLeftMargin" presStyleLbl="node1" presStyleIdx="3" presStyleCnt="5"/>
      <dgm:spPr/>
    </dgm:pt>
    <dgm:pt modelId="{D20FEBE8-5BBF-E244-83FA-47C964C2C045}" type="pres">
      <dgm:prSet presAssocID="{AC3E09F9-0B8D-47C7-99C2-2B0DE890688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B3D5D73-E5AC-AA4C-B278-742B39D62118}" type="pres">
      <dgm:prSet presAssocID="{AC3E09F9-0B8D-47C7-99C2-2B0DE8906884}" presName="negativeSpace" presStyleCnt="0"/>
      <dgm:spPr/>
    </dgm:pt>
    <dgm:pt modelId="{1955A480-267A-A84E-9296-D1A95C04B4E4}" type="pres">
      <dgm:prSet presAssocID="{AC3E09F9-0B8D-47C7-99C2-2B0DE890688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5B05108-0E07-5242-AB29-D8B82E6D5A71}" type="presOf" srcId="{AC3E09F9-0B8D-47C7-99C2-2B0DE8906884}" destId="{D20FEBE8-5BBF-E244-83FA-47C964C2C045}" srcOrd="1" destOrd="0" presId="urn:microsoft.com/office/officeart/2005/8/layout/list1"/>
    <dgm:cxn modelId="{7F42E018-2E73-E041-9582-7C8B064E221E}" type="presOf" srcId="{9659E4E7-AB3B-406F-AD39-AD017606FB6D}" destId="{D9444A64-EEEB-4A45-B98B-D0C1EE8384C9}" srcOrd="0" destOrd="0" presId="urn:microsoft.com/office/officeart/2005/8/layout/list1"/>
    <dgm:cxn modelId="{50D84A36-CD11-44C5-916F-0EE989A02207}" srcId="{54833A9F-7BCE-490A-B506-427DE47150D9}" destId="{6F4D8BB8-46AD-4EEF-BDD3-5841D6364A14}" srcOrd="1" destOrd="0" parTransId="{8F6704BD-6A70-4FF4-B4D0-4069B616253E}" sibTransId="{6E2C14F1-D916-4EE6-9015-56651FA9CA2B}"/>
    <dgm:cxn modelId="{A549CD4A-B125-0C4F-AEB7-9DB287759006}" type="presOf" srcId="{7B46AA34-6A60-46E4-BE00-155C09597316}" destId="{4081093C-E71B-2840-A5C0-7BDA3C63D6C4}" srcOrd="0" destOrd="0" presId="urn:microsoft.com/office/officeart/2005/8/layout/list1"/>
    <dgm:cxn modelId="{284E1B4F-533D-5046-99C0-644C18EC15D8}" type="presOf" srcId="{3C1DBD6E-3942-4731-9A81-17372ECB29E2}" destId="{5CF4573C-0160-EC42-9F30-3A1F4818A714}" srcOrd="0" destOrd="3" presId="urn:microsoft.com/office/officeart/2005/8/layout/list1"/>
    <dgm:cxn modelId="{AA893B50-016D-4B5E-93E3-AE1718906591}" srcId="{70E6AC66-AE80-40F7-8E5E-B18AD9551CE7}" destId="{288563D3-FE99-4AC8-BA4D-D8E6422B1596}" srcOrd="0" destOrd="0" parTransId="{425059DD-EA76-4194-9A81-575D78581488}" sibTransId="{FC5640A5-61C9-42DB-8EE5-985081DA2D8E}"/>
    <dgm:cxn modelId="{9F06205B-CFC8-B04F-8AC2-C7B723FA9841}" type="presOf" srcId="{6F4D8BB8-46AD-4EEF-BDD3-5841D6364A14}" destId="{3E9F0AB0-A2B7-0A43-AF71-7BA3CA5CD167}" srcOrd="0" destOrd="2" presId="urn:microsoft.com/office/officeart/2005/8/layout/list1"/>
    <dgm:cxn modelId="{CECC3B5D-C723-4C9A-9F39-FFB7CBBD914D}" srcId="{98E5D21E-F09A-4511-B374-1CE33EFA5A1F}" destId="{70E6AC66-AE80-40F7-8E5E-B18AD9551CE7}" srcOrd="0" destOrd="0" parTransId="{917C4AAB-EB50-4583-89DF-D0AD8B61B6AA}" sibTransId="{E9C214A8-34BB-416E-AC8F-8EB32288DB2F}"/>
    <dgm:cxn modelId="{8F13CD60-65C9-4244-AE2B-0893AFE3D8E7}" type="presOf" srcId="{98E5D21E-F09A-4511-B374-1CE33EFA5A1F}" destId="{B310C277-D75F-0149-958F-5F772DD901E9}" srcOrd="1" destOrd="0" presId="urn:microsoft.com/office/officeart/2005/8/layout/list1"/>
    <dgm:cxn modelId="{6EFD4166-94A9-FE41-8BF8-28BEC4B97DB0}" type="presOf" srcId="{DC1FF6A6-5725-46D4-BD99-2B06793A13E2}" destId="{A21ADA47-B285-3A42-808F-1282E745F5F9}" srcOrd="0" destOrd="0" presId="urn:microsoft.com/office/officeart/2005/8/layout/list1"/>
    <dgm:cxn modelId="{1DDF5370-54F3-224B-A168-BEFEDBECDB72}" type="presOf" srcId="{51A414AE-905D-4F1B-A571-21DDE19B5EA9}" destId="{52585D24-AC00-3A4B-8AE1-B2D16963A9D3}" srcOrd="0" destOrd="0" presId="urn:microsoft.com/office/officeart/2005/8/layout/list1"/>
    <dgm:cxn modelId="{003D7E7B-7860-6849-B26F-593A31E55428}" type="presOf" srcId="{7B46AA34-6A60-46E4-BE00-155C09597316}" destId="{E3E3AE0B-F9D5-5A49-8CE5-34522A5807EA}" srcOrd="1" destOrd="0" presId="urn:microsoft.com/office/officeart/2005/8/layout/list1"/>
    <dgm:cxn modelId="{5C50167E-5D1C-4A01-A81C-2D84C47B83CD}" srcId="{6D07CB02-A907-4A79-B0B3-E414D682B23D}" destId="{3C1DBD6E-3942-4731-9A81-17372ECB29E2}" srcOrd="0" destOrd="0" parTransId="{CFDC98AF-D730-4934-A9B2-E39E259193D2}" sibTransId="{167D9C1F-DCC3-4012-A2E5-50AD62985263}"/>
    <dgm:cxn modelId="{28ADA482-719F-45E1-B5BC-C90CA339860D}" srcId="{51A414AE-905D-4F1B-A571-21DDE19B5EA9}" destId="{9659E4E7-AB3B-406F-AD39-AD017606FB6D}" srcOrd="0" destOrd="0" parTransId="{F0D85EBD-EB43-40FF-A3A0-90BDA687F4B9}" sibTransId="{FD2CCE0D-50C3-484E-8ECD-9F8AD7469FC5}"/>
    <dgm:cxn modelId="{10BC6786-BB81-4769-A8A8-7ECAA2B13D48}" srcId="{54833A9F-7BCE-490A-B506-427DE47150D9}" destId="{35C6FA69-B882-45D4-807F-DFC6A5A320FC}" srcOrd="0" destOrd="0" parTransId="{6B4DB6A0-4EB9-4D8B-B8E3-AE325FEB2DCF}" sibTransId="{5AD895D6-666C-4F0B-A68D-CF21A496C3B5}"/>
    <dgm:cxn modelId="{4DC0AE86-F827-D345-96BF-D7632A444F9F}" type="presOf" srcId="{AC3E09F9-0B8D-47C7-99C2-2B0DE8906884}" destId="{FFBAFD9F-FF06-1543-9DAF-F02D7C948D8D}" srcOrd="0" destOrd="0" presId="urn:microsoft.com/office/officeart/2005/8/layout/list1"/>
    <dgm:cxn modelId="{9BD8B89A-2052-43CE-AC8B-6C482DDCB28C}" srcId="{51A414AE-905D-4F1B-A571-21DDE19B5EA9}" destId="{7B46AA34-6A60-46E4-BE00-155C09597316}" srcOrd="3" destOrd="0" parTransId="{A2337403-748B-4A18-87FC-6D3E838D94E9}" sibTransId="{D362DF1F-3287-4B2A-AF1D-926603EB5171}"/>
    <dgm:cxn modelId="{D16BE3A1-21F7-974A-A5FE-1A6290889ED2}" type="presOf" srcId="{6D07CB02-A907-4A79-B0B3-E414D682B23D}" destId="{5CF4573C-0160-EC42-9F30-3A1F4818A714}" srcOrd="0" destOrd="2" presId="urn:microsoft.com/office/officeart/2005/8/layout/list1"/>
    <dgm:cxn modelId="{FC3A19A6-8759-4FED-AFF0-0D8E886E9203}" srcId="{9659E4E7-AB3B-406F-AD39-AD017606FB6D}" destId="{DC1FF6A6-5725-46D4-BD99-2B06793A13E2}" srcOrd="0" destOrd="0" parTransId="{64EAE5DD-CC31-4333-BC64-B19011D18D22}" sibTransId="{B634B5DB-4395-48A9-A56C-18294708690F}"/>
    <dgm:cxn modelId="{6A9342A6-DCF8-4D7F-8292-47F652CDD809}" srcId="{AC3E09F9-0B8D-47C7-99C2-2B0DE8906884}" destId="{1CA0595A-B6A7-4580-B9FA-BB70B856A2D7}" srcOrd="0" destOrd="0" parTransId="{F6964892-BA20-43DE-BC2B-23E0064C3A6C}" sibTransId="{F99BCFCE-6BE6-4A41-9D8A-56C274032B58}"/>
    <dgm:cxn modelId="{DB4E33AC-89F7-3640-AED8-D041EF35F88B}" type="presOf" srcId="{98E5D21E-F09A-4511-B374-1CE33EFA5A1F}" destId="{53FE5FF2-F5CF-9343-8E45-76D3753FAEE7}" srcOrd="0" destOrd="0" presId="urn:microsoft.com/office/officeart/2005/8/layout/list1"/>
    <dgm:cxn modelId="{E4C89BB2-AF67-374E-98C8-F983E9ECDFF0}" type="presOf" srcId="{1CA0595A-B6A7-4580-B9FA-BB70B856A2D7}" destId="{1955A480-267A-A84E-9296-D1A95C04B4E4}" srcOrd="0" destOrd="0" presId="urn:microsoft.com/office/officeart/2005/8/layout/list1"/>
    <dgm:cxn modelId="{3A99C2B6-7B6E-9044-A823-36658CA1FE7C}" type="presOf" srcId="{2DD3F166-AE19-42CE-81D7-6CCE1435C4D9}" destId="{E633EC3F-B138-CF4C-9B16-B6FAE08E39CC}" srcOrd="1" destOrd="0" presId="urn:microsoft.com/office/officeart/2005/8/layout/list1"/>
    <dgm:cxn modelId="{8D9131BE-C822-49E9-9C50-0BDC7ABCD2E1}" srcId="{2DD3F166-AE19-42CE-81D7-6CCE1435C4D9}" destId="{35D29878-A393-4681-8FAA-CDBA7AA97ABE}" srcOrd="0" destOrd="0" parTransId="{9DA6628A-BFE0-4C8C-9570-2A74F42A83A8}" sibTransId="{EA61D942-CB17-4B7E-8DC4-56DAFE083769}"/>
    <dgm:cxn modelId="{8A3497C3-3C85-7F42-821B-77F1DE6D9809}" type="presOf" srcId="{35D29878-A393-4681-8FAA-CDBA7AA97ABE}" destId="{BC60F40F-22A3-B440-A7AA-E1E7BAFA078A}" srcOrd="0" destOrd="0" presId="urn:microsoft.com/office/officeart/2005/8/layout/list1"/>
    <dgm:cxn modelId="{3301AFC4-91E2-9F4D-A4AC-4C314984A326}" type="presOf" srcId="{9659E4E7-AB3B-406F-AD39-AD017606FB6D}" destId="{F91DDA3B-925F-474B-B592-4F41652C2DCC}" srcOrd="1" destOrd="0" presId="urn:microsoft.com/office/officeart/2005/8/layout/list1"/>
    <dgm:cxn modelId="{29493ACB-F182-4595-A77C-3F10493CDEB6}" srcId="{51A414AE-905D-4F1B-A571-21DDE19B5EA9}" destId="{AC3E09F9-0B8D-47C7-99C2-2B0DE8906884}" srcOrd="4" destOrd="0" parTransId="{D5734B40-3DAA-482C-A853-D40759410F1F}" sibTransId="{C21E5923-D92B-4A03-998D-3663B3A5BFEC}"/>
    <dgm:cxn modelId="{02EEA4CF-CF73-1E45-A16A-E87A9CE9C7FF}" type="presOf" srcId="{2DD3F166-AE19-42CE-81D7-6CCE1435C4D9}" destId="{E34578B0-05AE-0746-B551-4AF3EBB943E8}" srcOrd="0" destOrd="0" presId="urn:microsoft.com/office/officeart/2005/8/layout/list1"/>
    <dgm:cxn modelId="{D5C4F9DD-96F1-4842-B1B9-075C4DCEA8D4}" srcId="{7B46AA34-6A60-46E4-BE00-155C09597316}" destId="{54833A9F-7BCE-490A-B506-427DE47150D9}" srcOrd="0" destOrd="0" parTransId="{176E3DBB-A635-465B-ADD8-B40EAE66EB16}" sibTransId="{F1C629A8-3D51-4531-B666-51DB85D7F2D3}"/>
    <dgm:cxn modelId="{E8CEC7DF-4F55-7543-AB8E-BA9EAA97A4E7}" type="presOf" srcId="{70E6AC66-AE80-40F7-8E5E-B18AD9551CE7}" destId="{5CF4573C-0160-EC42-9F30-3A1F4818A714}" srcOrd="0" destOrd="0" presId="urn:microsoft.com/office/officeart/2005/8/layout/list1"/>
    <dgm:cxn modelId="{6A7182E1-797F-0142-A28A-4A6D454C9E07}" type="presOf" srcId="{288563D3-FE99-4AC8-BA4D-D8E6422B1596}" destId="{5CF4573C-0160-EC42-9F30-3A1F4818A714}" srcOrd="0" destOrd="1" presId="urn:microsoft.com/office/officeart/2005/8/layout/list1"/>
    <dgm:cxn modelId="{816E81E8-BA65-4022-B0C1-3BAD78BEED5E}" srcId="{51A414AE-905D-4F1B-A571-21DDE19B5EA9}" destId="{2DD3F166-AE19-42CE-81D7-6CCE1435C4D9}" srcOrd="1" destOrd="0" parTransId="{84FA3930-C48F-4065-AAB9-764FABCC43D2}" sibTransId="{F7D7D079-1558-4EDD-BCDE-8987FC5E46E1}"/>
    <dgm:cxn modelId="{E22154F1-289F-4766-AF7D-AFE8116D44B3}" srcId="{98E5D21E-F09A-4511-B374-1CE33EFA5A1F}" destId="{6D07CB02-A907-4A79-B0B3-E414D682B23D}" srcOrd="1" destOrd="0" parTransId="{B9C0920B-7A63-439D-96FB-E66F094C543B}" sibTransId="{E09C0F29-CE2B-4733-B83B-B3F2D69C8925}"/>
    <dgm:cxn modelId="{390171F5-EF81-3D44-AF22-1FDCC5E98E86}" type="presOf" srcId="{35C6FA69-B882-45D4-807F-DFC6A5A320FC}" destId="{3E9F0AB0-A2B7-0A43-AF71-7BA3CA5CD167}" srcOrd="0" destOrd="1" presId="urn:microsoft.com/office/officeart/2005/8/layout/list1"/>
    <dgm:cxn modelId="{840557F7-8AC3-F64D-B088-74115C60BBD9}" type="presOf" srcId="{54833A9F-7BCE-490A-B506-427DE47150D9}" destId="{3E9F0AB0-A2B7-0A43-AF71-7BA3CA5CD167}" srcOrd="0" destOrd="0" presId="urn:microsoft.com/office/officeart/2005/8/layout/list1"/>
    <dgm:cxn modelId="{2B2617FA-6432-4076-A848-8BB200EAD650}" srcId="{51A414AE-905D-4F1B-A571-21DDE19B5EA9}" destId="{98E5D21E-F09A-4511-B374-1CE33EFA5A1F}" srcOrd="2" destOrd="0" parTransId="{75099FA6-63A0-46FF-9829-C6E70DAC56E7}" sibTransId="{F91CC736-71CF-4085-9C9B-9C7CBFB13EAA}"/>
    <dgm:cxn modelId="{05E04D05-280C-8941-AC6C-01F6F8CDF406}" type="presParOf" srcId="{52585D24-AC00-3A4B-8AE1-B2D16963A9D3}" destId="{33897145-E85E-6543-949C-F8F4FA9DA71D}" srcOrd="0" destOrd="0" presId="urn:microsoft.com/office/officeart/2005/8/layout/list1"/>
    <dgm:cxn modelId="{1DE15A93-22BE-4D4A-A47E-D7BDB45152B0}" type="presParOf" srcId="{33897145-E85E-6543-949C-F8F4FA9DA71D}" destId="{D9444A64-EEEB-4A45-B98B-D0C1EE8384C9}" srcOrd="0" destOrd="0" presId="urn:microsoft.com/office/officeart/2005/8/layout/list1"/>
    <dgm:cxn modelId="{670340E0-11C4-E649-9C93-1E9073CF250C}" type="presParOf" srcId="{33897145-E85E-6543-949C-F8F4FA9DA71D}" destId="{F91DDA3B-925F-474B-B592-4F41652C2DCC}" srcOrd="1" destOrd="0" presId="urn:microsoft.com/office/officeart/2005/8/layout/list1"/>
    <dgm:cxn modelId="{155E76CE-28F2-E141-899F-534325743B9A}" type="presParOf" srcId="{52585D24-AC00-3A4B-8AE1-B2D16963A9D3}" destId="{735A1AF9-2B56-EF4C-BF8A-09046A88311D}" srcOrd="1" destOrd="0" presId="urn:microsoft.com/office/officeart/2005/8/layout/list1"/>
    <dgm:cxn modelId="{86F6D589-1867-934E-B166-C0E75D3118E7}" type="presParOf" srcId="{52585D24-AC00-3A4B-8AE1-B2D16963A9D3}" destId="{A21ADA47-B285-3A42-808F-1282E745F5F9}" srcOrd="2" destOrd="0" presId="urn:microsoft.com/office/officeart/2005/8/layout/list1"/>
    <dgm:cxn modelId="{60C7B1D1-3352-2048-9912-C0966A9922D8}" type="presParOf" srcId="{52585D24-AC00-3A4B-8AE1-B2D16963A9D3}" destId="{A4E3EA50-EC7B-9A4D-80C0-E3282173F6BB}" srcOrd="3" destOrd="0" presId="urn:microsoft.com/office/officeart/2005/8/layout/list1"/>
    <dgm:cxn modelId="{3EE3DA77-1946-E24B-BFE9-A01060B30649}" type="presParOf" srcId="{52585D24-AC00-3A4B-8AE1-B2D16963A9D3}" destId="{79BBA6AB-63D8-8A42-AD5D-6D0C29DB970C}" srcOrd="4" destOrd="0" presId="urn:microsoft.com/office/officeart/2005/8/layout/list1"/>
    <dgm:cxn modelId="{99EB5E1F-3B44-0A43-AC30-70E63E4461A4}" type="presParOf" srcId="{79BBA6AB-63D8-8A42-AD5D-6D0C29DB970C}" destId="{E34578B0-05AE-0746-B551-4AF3EBB943E8}" srcOrd="0" destOrd="0" presId="urn:microsoft.com/office/officeart/2005/8/layout/list1"/>
    <dgm:cxn modelId="{6B72A8BA-F652-0241-9830-D699FB522B4C}" type="presParOf" srcId="{79BBA6AB-63D8-8A42-AD5D-6D0C29DB970C}" destId="{E633EC3F-B138-CF4C-9B16-B6FAE08E39CC}" srcOrd="1" destOrd="0" presId="urn:microsoft.com/office/officeart/2005/8/layout/list1"/>
    <dgm:cxn modelId="{73613DE0-B1B8-5E48-904C-93BB9A8F0C0C}" type="presParOf" srcId="{52585D24-AC00-3A4B-8AE1-B2D16963A9D3}" destId="{455846BF-04AF-3D4A-9BD8-8185B0E270F2}" srcOrd="5" destOrd="0" presId="urn:microsoft.com/office/officeart/2005/8/layout/list1"/>
    <dgm:cxn modelId="{25DC422A-5E79-E040-98A5-F2AE94888FEB}" type="presParOf" srcId="{52585D24-AC00-3A4B-8AE1-B2D16963A9D3}" destId="{BC60F40F-22A3-B440-A7AA-E1E7BAFA078A}" srcOrd="6" destOrd="0" presId="urn:microsoft.com/office/officeart/2005/8/layout/list1"/>
    <dgm:cxn modelId="{CF5759DD-FC5C-BB4E-B103-119300A620B1}" type="presParOf" srcId="{52585D24-AC00-3A4B-8AE1-B2D16963A9D3}" destId="{A860767C-E120-EC40-BE9B-0EB05D62A29F}" srcOrd="7" destOrd="0" presId="urn:microsoft.com/office/officeart/2005/8/layout/list1"/>
    <dgm:cxn modelId="{8184881B-7EA6-6543-8F62-FEC99DD25E0A}" type="presParOf" srcId="{52585D24-AC00-3A4B-8AE1-B2D16963A9D3}" destId="{1819EBEC-C7B2-6E46-B4FD-BC7CEDB689C2}" srcOrd="8" destOrd="0" presId="urn:microsoft.com/office/officeart/2005/8/layout/list1"/>
    <dgm:cxn modelId="{42E46A1C-F718-AD47-9DB3-C6D1A144F25A}" type="presParOf" srcId="{1819EBEC-C7B2-6E46-B4FD-BC7CEDB689C2}" destId="{53FE5FF2-F5CF-9343-8E45-76D3753FAEE7}" srcOrd="0" destOrd="0" presId="urn:microsoft.com/office/officeart/2005/8/layout/list1"/>
    <dgm:cxn modelId="{C29F8409-B66C-E74C-965F-88A2C8E16346}" type="presParOf" srcId="{1819EBEC-C7B2-6E46-B4FD-BC7CEDB689C2}" destId="{B310C277-D75F-0149-958F-5F772DD901E9}" srcOrd="1" destOrd="0" presId="urn:microsoft.com/office/officeart/2005/8/layout/list1"/>
    <dgm:cxn modelId="{855824B2-86FF-D841-A6FB-80B8ADA39861}" type="presParOf" srcId="{52585D24-AC00-3A4B-8AE1-B2D16963A9D3}" destId="{54008ADF-D554-B94B-9850-32A88B10914F}" srcOrd="9" destOrd="0" presId="urn:microsoft.com/office/officeart/2005/8/layout/list1"/>
    <dgm:cxn modelId="{C804E7AC-DA6E-D84C-BFDD-57E64A211C23}" type="presParOf" srcId="{52585D24-AC00-3A4B-8AE1-B2D16963A9D3}" destId="{5CF4573C-0160-EC42-9F30-3A1F4818A714}" srcOrd="10" destOrd="0" presId="urn:microsoft.com/office/officeart/2005/8/layout/list1"/>
    <dgm:cxn modelId="{0E038C51-A8C1-FB4E-BA85-627A52524CB3}" type="presParOf" srcId="{52585D24-AC00-3A4B-8AE1-B2D16963A9D3}" destId="{0F129F3A-73AA-AB4F-B062-B9BF43B1D2E5}" srcOrd="11" destOrd="0" presId="urn:microsoft.com/office/officeart/2005/8/layout/list1"/>
    <dgm:cxn modelId="{A96819D9-BD7B-584E-B210-10D21550D564}" type="presParOf" srcId="{52585D24-AC00-3A4B-8AE1-B2D16963A9D3}" destId="{B39ECA97-5503-8641-B727-957CFEF1D8E1}" srcOrd="12" destOrd="0" presId="urn:microsoft.com/office/officeart/2005/8/layout/list1"/>
    <dgm:cxn modelId="{4A06F6D4-C434-D647-8F25-14D98EE49351}" type="presParOf" srcId="{B39ECA97-5503-8641-B727-957CFEF1D8E1}" destId="{4081093C-E71B-2840-A5C0-7BDA3C63D6C4}" srcOrd="0" destOrd="0" presId="urn:microsoft.com/office/officeart/2005/8/layout/list1"/>
    <dgm:cxn modelId="{749B077A-22C9-DA41-B1C7-910A0759928B}" type="presParOf" srcId="{B39ECA97-5503-8641-B727-957CFEF1D8E1}" destId="{E3E3AE0B-F9D5-5A49-8CE5-34522A5807EA}" srcOrd="1" destOrd="0" presId="urn:microsoft.com/office/officeart/2005/8/layout/list1"/>
    <dgm:cxn modelId="{0DBBB107-0F05-8747-9163-3B49D36F9A91}" type="presParOf" srcId="{52585D24-AC00-3A4B-8AE1-B2D16963A9D3}" destId="{63B35753-66CA-AD4B-AB1A-306157135D30}" srcOrd="13" destOrd="0" presId="urn:microsoft.com/office/officeart/2005/8/layout/list1"/>
    <dgm:cxn modelId="{3CCB6E35-EE99-8747-A6C2-87243A923479}" type="presParOf" srcId="{52585D24-AC00-3A4B-8AE1-B2D16963A9D3}" destId="{3E9F0AB0-A2B7-0A43-AF71-7BA3CA5CD167}" srcOrd="14" destOrd="0" presId="urn:microsoft.com/office/officeart/2005/8/layout/list1"/>
    <dgm:cxn modelId="{3652C600-9BB4-2A44-8863-87777BAEBEE1}" type="presParOf" srcId="{52585D24-AC00-3A4B-8AE1-B2D16963A9D3}" destId="{49D949E5-463F-CC48-9818-CA3312C07899}" srcOrd="15" destOrd="0" presId="urn:microsoft.com/office/officeart/2005/8/layout/list1"/>
    <dgm:cxn modelId="{A65C8D67-426D-244D-993F-08D251CFEECE}" type="presParOf" srcId="{52585D24-AC00-3A4B-8AE1-B2D16963A9D3}" destId="{0D7AE05F-2A05-044C-B6B8-8BC252115EEF}" srcOrd="16" destOrd="0" presId="urn:microsoft.com/office/officeart/2005/8/layout/list1"/>
    <dgm:cxn modelId="{03E83999-5417-0841-8029-F43309DBA7FF}" type="presParOf" srcId="{0D7AE05F-2A05-044C-B6B8-8BC252115EEF}" destId="{FFBAFD9F-FF06-1543-9DAF-F02D7C948D8D}" srcOrd="0" destOrd="0" presId="urn:microsoft.com/office/officeart/2005/8/layout/list1"/>
    <dgm:cxn modelId="{DA3B894A-2C49-C448-A74E-2B36FF617A90}" type="presParOf" srcId="{0D7AE05F-2A05-044C-B6B8-8BC252115EEF}" destId="{D20FEBE8-5BBF-E244-83FA-47C964C2C045}" srcOrd="1" destOrd="0" presId="urn:microsoft.com/office/officeart/2005/8/layout/list1"/>
    <dgm:cxn modelId="{CE651E21-371C-3149-99E9-316F33A23C21}" type="presParOf" srcId="{52585D24-AC00-3A4B-8AE1-B2D16963A9D3}" destId="{BB3D5D73-E5AC-AA4C-B278-742B39D62118}" srcOrd="17" destOrd="0" presId="urn:microsoft.com/office/officeart/2005/8/layout/list1"/>
    <dgm:cxn modelId="{A6FFDC2A-4A2C-7548-9846-CB2667F8E341}" type="presParOf" srcId="{52585D24-AC00-3A4B-8AE1-B2D16963A9D3}" destId="{1955A480-267A-A84E-9296-D1A95C04B4E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AF13D-9E33-7A4A-9D2D-B599D8EF770C}">
      <dsp:nvSpPr>
        <dsp:cNvPr id="0" name=""/>
        <dsp:cNvSpPr/>
      </dsp:nvSpPr>
      <dsp:spPr>
        <a:xfrm>
          <a:off x="0" y="0"/>
          <a:ext cx="51419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45997-17B8-DE41-93E4-029354AFB3BA}">
      <dsp:nvSpPr>
        <dsp:cNvPr id="0" name=""/>
        <dsp:cNvSpPr/>
      </dsp:nvSpPr>
      <dsp:spPr>
        <a:xfrm>
          <a:off x="0" y="0"/>
          <a:ext cx="5141912" cy="135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According to WHO, over 17.9 million deaths globally are due to cardiovascular diseases.</a:t>
          </a:r>
        </a:p>
      </dsp:txBody>
      <dsp:txXfrm>
        <a:off x="0" y="0"/>
        <a:ext cx="5141912" cy="1351756"/>
      </dsp:txXfrm>
    </dsp:sp>
    <dsp:sp modelId="{0C4CF6C9-3C90-F745-816E-AFD28F5F0049}">
      <dsp:nvSpPr>
        <dsp:cNvPr id="0" name=""/>
        <dsp:cNvSpPr/>
      </dsp:nvSpPr>
      <dsp:spPr>
        <a:xfrm>
          <a:off x="0" y="1351756"/>
          <a:ext cx="51419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34939-5A9B-8F4A-B8D3-524B0E5C7E59}">
      <dsp:nvSpPr>
        <dsp:cNvPr id="0" name=""/>
        <dsp:cNvSpPr/>
      </dsp:nvSpPr>
      <dsp:spPr>
        <a:xfrm>
          <a:off x="0" y="1351756"/>
          <a:ext cx="5141912" cy="135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Heart disease is the 2</a:t>
          </a:r>
          <a:r>
            <a:rPr lang="en-US" sz="2200" kern="1200" baseline="30000" dirty="0"/>
            <a:t>nd</a:t>
          </a:r>
          <a:r>
            <a:rPr lang="en-US" sz="2200" kern="1200" dirty="0"/>
            <a:t> leading cause of death in Canada (</a:t>
          </a:r>
          <a:r>
            <a:rPr lang="en-US" sz="2200" kern="1200" dirty="0" err="1"/>
            <a:t>canada.ca</a:t>
          </a:r>
          <a:r>
            <a:rPr lang="en-US" sz="2200" kern="1200" dirty="0"/>
            <a:t>).</a:t>
          </a:r>
        </a:p>
      </dsp:txBody>
      <dsp:txXfrm>
        <a:off x="0" y="1351756"/>
        <a:ext cx="5141912" cy="1351756"/>
      </dsp:txXfrm>
    </dsp:sp>
    <dsp:sp modelId="{65EAE37D-216D-DF4B-B1DD-E5D0AAF3391A}">
      <dsp:nvSpPr>
        <dsp:cNvPr id="0" name=""/>
        <dsp:cNvSpPr/>
      </dsp:nvSpPr>
      <dsp:spPr>
        <a:xfrm>
          <a:off x="0" y="2516226"/>
          <a:ext cx="51419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9B851-C154-B340-BA5B-23EB684E9EAF}">
      <dsp:nvSpPr>
        <dsp:cNvPr id="0" name=""/>
        <dsp:cNvSpPr/>
      </dsp:nvSpPr>
      <dsp:spPr>
        <a:xfrm>
          <a:off x="0" y="2571310"/>
          <a:ext cx="5141912" cy="135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Globally around 2.3 million new breast cancer cases occur and estimated 670,000 deaths annually (2022 data) (WHO).</a:t>
          </a:r>
        </a:p>
      </dsp:txBody>
      <dsp:txXfrm>
        <a:off x="0" y="2571310"/>
        <a:ext cx="5141912" cy="1351756"/>
      </dsp:txXfrm>
    </dsp:sp>
    <dsp:sp modelId="{C69DA177-860C-1D46-A402-056E2F5DC1B2}">
      <dsp:nvSpPr>
        <dsp:cNvPr id="0" name=""/>
        <dsp:cNvSpPr/>
      </dsp:nvSpPr>
      <dsp:spPr>
        <a:xfrm>
          <a:off x="0" y="4055268"/>
          <a:ext cx="51419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25EF9-0755-4A49-8487-720F80DFBA5C}">
      <dsp:nvSpPr>
        <dsp:cNvPr id="0" name=""/>
        <dsp:cNvSpPr/>
      </dsp:nvSpPr>
      <dsp:spPr>
        <a:xfrm>
          <a:off x="0" y="4055268"/>
          <a:ext cx="5141912" cy="135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 system that can take quicker decision and help clinicians detect these diseases more quickly and with greater confidence.</a:t>
          </a:r>
        </a:p>
      </dsp:txBody>
      <dsp:txXfrm>
        <a:off x="0" y="4055268"/>
        <a:ext cx="5141912" cy="1351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ADA47-B285-3A42-808F-1282E745F5F9}">
      <dsp:nvSpPr>
        <dsp:cNvPr id="0" name=""/>
        <dsp:cNvSpPr/>
      </dsp:nvSpPr>
      <dsp:spPr>
        <a:xfrm>
          <a:off x="0" y="343345"/>
          <a:ext cx="6572250" cy="5008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080" tIns="249936" rIns="5100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Remove all records with missing values</a:t>
          </a:r>
        </a:p>
      </dsp:txBody>
      <dsp:txXfrm>
        <a:off x="0" y="343345"/>
        <a:ext cx="6572250" cy="500850"/>
      </dsp:txXfrm>
    </dsp:sp>
    <dsp:sp modelId="{F91DDA3B-925F-474B-B592-4F41652C2DCC}">
      <dsp:nvSpPr>
        <dsp:cNvPr id="0" name=""/>
        <dsp:cNvSpPr/>
      </dsp:nvSpPr>
      <dsp:spPr>
        <a:xfrm>
          <a:off x="328612" y="166225"/>
          <a:ext cx="4600574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91" tIns="0" rIns="1738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Preprocessing</a:t>
          </a:r>
        </a:p>
      </dsp:txBody>
      <dsp:txXfrm>
        <a:off x="345905" y="183518"/>
        <a:ext cx="4565988" cy="319654"/>
      </dsp:txXfrm>
    </dsp:sp>
    <dsp:sp modelId="{BC60F40F-22A3-B440-A7AA-E1E7BAFA078A}">
      <dsp:nvSpPr>
        <dsp:cNvPr id="0" name=""/>
        <dsp:cNvSpPr/>
      </dsp:nvSpPr>
      <dsp:spPr>
        <a:xfrm>
          <a:off x="0" y="1086115"/>
          <a:ext cx="6572250" cy="6614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080" tIns="249936" rIns="5100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Using KBinsDiscretizer, transform all the continuous columns into ‘n’ bins discrete values</a:t>
          </a:r>
        </a:p>
      </dsp:txBody>
      <dsp:txXfrm>
        <a:off x="0" y="1086115"/>
        <a:ext cx="6572250" cy="661499"/>
      </dsp:txXfrm>
    </dsp:sp>
    <dsp:sp modelId="{E633EC3F-B138-CF4C-9B16-B6FAE08E39CC}">
      <dsp:nvSpPr>
        <dsp:cNvPr id="0" name=""/>
        <dsp:cNvSpPr/>
      </dsp:nvSpPr>
      <dsp:spPr>
        <a:xfrm>
          <a:off x="328612" y="908995"/>
          <a:ext cx="4600574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91" tIns="0" rIns="1738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Discretization</a:t>
          </a:r>
        </a:p>
      </dsp:txBody>
      <dsp:txXfrm>
        <a:off x="345905" y="926288"/>
        <a:ext cx="4565988" cy="319654"/>
      </dsp:txXfrm>
    </dsp:sp>
    <dsp:sp modelId="{5CF4573C-0160-EC42-9F30-3A1F4818A714}">
      <dsp:nvSpPr>
        <dsp:cNvPr id="0" name=""/>
        <dsp:cNvSpPr/>
      </dsp:nvSpPr>
      <dsp:spPr>
        <a:xfrm>
          <a:off x="0" y="1989535"/>
          <a:ext cx="6572250" cy="1247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080" tIns="249936" rIns="5100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Structure learning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Manually or by using HillClimbSearch and K2 scoring method to learn the Bayesian structure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Parameter learning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 MLE or BE to train the model on the learned structure</a:t>
          </a:r>
        </a:p>
      </dsp:txBody>
      <dsp:txXfrm>
        <a:off x="0" y="1989535"/>
        <a:ext cx="6572250" cy="1247400"/>
      </dsp:txXfrm>
    </dsp:sp>
    <dsp:sp modelId="{B310C277-D75F-0149-958F-5F772DD901E9}">
      <dsp:nvSpPr>
        <dsp:cNvPr id="0" name=""/>
        <dsp:cNvSpPr/>
      </dsp:nvSpPr>
      <dsp:spPr>
        <a:xfrm>
          <a:off x="328612" y="1812415"/>
          <a:ext cx="4600574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91" tIns="0" rIns="1738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Bayesian Network</a:t>
          </a:r>
        </a:p>
      </dsp:txBody>
      <dsp:txXfrm>
        <a:off x="345905" y="1829708"/>
        <a:ext cx="4565988" cy="319654"/>
      </dsp:txXfrm>
    </dsp:sp>
    <dsp:sp modelId="{3E9F0AB0-A2B7-0A43-AF71-7BA3CA5CD167}">
      <dsp:nvSpPr>
        <dsp:cNvPr id="0" name=""/>
        <dsp:cNvSpPr/>
      </dsp:nvSpPr>
      <dsp:spPr>
        <a:xfrm>
          <a:off x="0" y="3478855"/>
          <a:ext cx="6572250" cy="10394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080" tIns="249936" rIns="5100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Inference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 VariableElimination to establish an inference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Based on the inference, evidence and outcome variable; posterior probabilities are calculated</a:t>
          </a:r>
        </a:p>
      </dsp:txBody>
      <dsp:txXfrm>
        <a:off x="0" y="3478855"/>
        <a:ext cx="6572250" cy="1039499"/>
      </dsp:txXfrm>
    </dsp:sp>
    <dsp:sp modelId="{E3E3AE0B-F9D5-5A49-8CE5-34522A5807EA}">
      <dsp:nvSpPr>
        <dsp:cNvPr id="0" name=""/>
        <dsp:cNvSpPr/>
      </dsp:nvSpPr>
      <dsp:spPr>
        <a:xfrm>
          <a:off x="328612" y="3301735"/>
          <a:ext cx="4600574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91" tIns="0" rIns="1738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Conditional probability Querying</a:t>
          </a:r>
        </a:p>
      </dsp:txBody>
      <dsp:txXfrm>
        <a:off x="345905" y="3319028"/>
        <a:ext cx="4565988" cy="319654"/>
      </dsp:txXfrm>
    </dsp:sp>
    <dsp:sp modelId="{1955A480-267A-A84E-9296-D1A95C04B4E4}">
      <dsp:nvSpPr>
        <dsp:cNvPr id="0" name=""/>
        <dsp:cNvSpPr/>
      </dsp:nvSpPr>
      <dsp:spPr>
        <a:xfrm>
          <a:off x="0" y="4760275"/>
          <a:ext cx="6572250" cy="6614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080" tIns="249936" rIns="5100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The patient is classified and then the model is evaluated based on the ground truths</a:t>
          </a:r>
        </a:p>
      </dsp:txBody>
      <dsp:txXfrm>
        <a:off x="0" y="4760275"/>
        <a:ext cx="6572250" cy="661499"/>
      </dsp:txXfrm>
    </dsp:sp>
    <dsp:sp modelId="{D20FEBE8-5BBF-E244-83FA-47C964C2C045}">
      <dsp:nvSpPr>
        <dsp:cNvPr id="0" name=""/>
        <dsp:cNvSpPr/>
      </dsp:nvSpPr>
      <dsp:spPr>
        <a:xfrm>
          <a:off x="328612" y="4583155"/>
          <a:ext cx="4600574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91" tIns="0" rIns="17389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Classification and Evaluation</a:t>
          </a:r>
        </a:p>
      </dsp:txBody>
      <dsp:txXfrm>
        <a:off x="345905" y="4600448"/>
        <a:ext cx="4565988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12/3/25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lass.yorku.ca/course/view.php?id=144893" TargetMode="Externa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uciml/pima-indians-diabetes-database" TargetMode="External"/><Relationship Id="rId5" Type="http://schemas.openxmlformats.org/officeDocument/2006/relationships/hyperlink" Target="https://archive.ics.uci.edu/dataset/17/breast+cancer+wisconsin+diagnostic" TargetMode="External"/><Relationship Id="rId4" Type="http://schemas.openxmlformats.org/officeDocument/2006/relationships/hyperlink" Target="https://archive.ics.uci.edu/dataset/45/heart+diseas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icture of an electromagnetic radiation">
            <a:extLst>
              <a:ext uri="{FF2B5EF4-FFF2-40B4-BE49-F238E27FC236}">
                <a16:creationId xmlns:a16="http://schemas.microsoft.com/office/drawing/2014/main" id="{28B5B512-E980-20DC-D3F7-61FFEFBCB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26" b="6119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19064-CF2D-354D-8537-52B88E822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b">
            <a:normAutofit/>
          </a:bodyPr>
          <a:lstStyle/>
          <a:p>
            <a:r>
              <a:rPr lang="en-US" sz="8200">
                <a:solidFill>
                  <a:srgbClr val="FFFFFF"/>
                </a:solidFill>
              </a:rPr>
              <a:t>Medical Diagnosis using Bayesian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CCDDA-0348-3E6E-34BA-C2E48226E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468031"/>
            <a:ext cx="7891272" cy="132684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Muhammad Asad (</a:t>
            </a:r>
            <a:r>
              <a:rPr lang="en-CA" sz="1800" b="1" dirty="0">
                <a:solidFill>
                  <a:srgbClr val="FFFFFF"/>
                </a:solidFill>
              </a:rPr>
              <a:t>222211825)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EECS 6327 - </a:t>
            </a:r>
            <a:r>
              <a:rPr lang="en-CA" sz="1600" dirty="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Probabilistic Models &amp; Machine Learning</a:t>
            </a:r>
            <a:endParaRPr lang="en-CA" sz="1600" dirty="0">
              <a:solidFill>
                <a:srgbClr val="FFFFFF"/>
              </a:solidFill>
            </a:endParaRPr>
          </a:p>
          <a:p>
            <a:r>
              <a:rPr lang="en-CA" sz="1600" dirty="0">
                <a:solidFill>
                  <a:srgbClr val="FFFFFF"/>
                </a:solidFill>
              </a:rPr>
              <a:t>York University</a:t>
            </a: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88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A1D830-E73C-47A9-A534-323CEEFF5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69FBEC-4C47-4288-962D-3FC20C79F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F1AFB-E101-5CDF-1F65-E83161AE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4" y="702365"/>
            <a:ext cx="3896264" cy="376566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6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AD856-7DE3-DE7A-743D-A373C80FF0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18" r="18711"/>
          <a:stretch>
            <a:fillRect/>
          </a:stretch>
        </p:blipFill>
        <p:spPr>
          <a:xfrm>
            <a:off x="20" y="10"/>
            <a:ext cx="6901088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4F6FC82-E588-4DA0-8096-0C3BD54F1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4" y="6229681"/>
            <a:ext cx="457200" cy="457200"/>
            <a:chOff x="11361456" y="6195813"/>
            <a:chExt cx="548640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8898E90-044F-45FF-8B4D-CE0F6A630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23BF161-A852-4DA5-BB4C-2DFC336B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272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2AEDCB-3859-4EAD-AA65-4BDD2802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AA709-28A2-4289-A11E-FD3AA53F0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08D5D4-689C-423B-9974-4733A30A4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4DA49-D0BB-8669-F499-710D8B52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672" y="1060704"/>
            <a:ext cx="3630168" cy="473659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0B57-8693-17BC-3655-1FB5575FF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8284" y="1060704"/>
            <a:ext cx="5093110" cy="4736592"/>
          </a:xfrm>
        </p:spPr>
        <p:txBody>
          <a:bodyPr anchor="ctr">
            <a:normAutofit/>
          </a:bodyPr>
          <a:lstStyle/>
          <a:p>
            <a:r>
              <a:rPr lang="en-US" sz="1800" dirty="0"/>
              <a:t>To predict whether a patient is diagnosed with a disease based on the relevant medical record.</a:t>
            </a:r>
          </a:p>
          <a:p>
            <a:r>
              <a:rPr lang="en-US" sz="1800" dirty="0"/>
              <a:t>Particularly, to diagnose heart disease, breast cancer and diabetes.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8673E8-250A-46DB-9A53-00144B5AB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51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2A083-C395-758B-6FF3-5EAC71D1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0BD3C66-CC81-5B73-28FA-9479070A1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173611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17722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88225-6969-3D9B-AE63-4ABEE299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1"/>
                </a:solidFill>
              </a:rPr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7BB1D-CFDF-622C-9673-70AE6F9BA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To build a reliable decision support system to help physicians give quantitative probabilistic risk profiles for heart disease and breast cancer patients</a:t>
            </a:r>
          </a:p>
          <a:p>
            <a:pPr lvl="1"/>
            <a:r>
              <a:rPr lang="en-US" dirty="0"/>
              <a:t>Bayesian Network</a:t>
            </a:r>
          </a:p>
          <a:p>
            <a:pPr lvl="1"/>
            <a:r>
              <a:rPr lang="en-US" dirty="0"/>
              <a:t>Heart disease and breast cancer dataset from UCI Machine learning repository</a:t>
            </a:r>
          </a:p>
          <a:p>
            <a:pPr lvl="2"/>
            <a:r>
              <a:rPr lang="en-US" sz="1800" dirty="0">
                <a:hlinkClick r:id="rId4"/>
              </a:rPr>
              <a:t>https://archive.ics.uci.edu/dataset/45/heart+disease</a:t>
            </a:r>
            <a:endParaRPr lang="en-US" sz="1800" dirty="0"/>
          </a:p>
          <a:p>
            <a:pPr lvl="2"/>
            <a:r>
              <a:rPr lang="en-US" sz="1800" dirty="0">
                <a:hlinkClick r:id="rId5"/>
              </a:rPr>
              <a:t>https://archive.ics.uci.edu/dataset/17/breast+cancer+wisconsin+diagnostic</a:t>
            </a:r>
            <a:endParaRPr lang="en-US" sz="1800" dirty="0"/>
          </a:p>
          <a:p>
            <a:pPr lvl="1"/>
            <a:r>
              <a:rPr lang="en-US" dirty="0"/>
              <a:t>Diabetes dataset from </a:t>
            </a:r>
            <a:r>
              <a:rPr lang="en-US" dirty="0" err="1"/>
              <a:t>kaggle</a:t>
            </a:r>
            <a:endParaRPr lang="en-US" dirty="0"/>
          </a:p>
          <a:p>
            <a:pPr lvl="2"/>
            <a:r>
              <a:rPr lang="en-US" sz="1800" dirty="0">
                <a:hlinkClick r:id="rId6"/>
              </a:rPr>
              <a:t>https://www.kaggle.com/datasets/uciml/pima-indians-diabetes-database</a:t>
            </a:r>
            <a:endParaRPr lang="en-US" sz="1800" dirty="0"/>
          </a:p>
          <a:p>
            <a:pPr marL="548640" lvl="2" indent="0">
              <a:buNone/>
            </a:pPr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046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2CD12A-124E-D031-7AA8-99FD766A3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E36D-A73B-804B-01D4-CC4E66CACD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13 features among them 5 features are considered continuous.</a:t>
            </a:r>
          </a:p>
          <a:p>
            <a:r>
              <a:rPr lang="en-US" dirty="0"/>
              <a:t>Target attribute is named as ‘num’ having values:</a:t>
            </a:r>
          </a:p>
          <a:p>
            <a:pPr lvl="1"/>
            <a:r>
              <a:rPr lang="en-US" dirty="0"/>
              <a:t>0 absence of disease</a:t>
            </a:r>
          </a:p>
          <a:p>
            <a:pPr lvl="1"/>
            <a:r>
              <a:rPr lang="en-US" dirty="0"/>
              <a:t>1, 2, 3, 4 presence of disease</a:t>
            </a:r>
          </a:p>
          <a:p>
            <a:r>
              <a:rPr lang="en-US" dirty="0"/>
              <a:t>Few missing values in 2 features.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FD56F-4C2E-2094-677C-8CEBC70E4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07190B-B43E-A475-CB3A-CAF1CD2180D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8 features among them 4 features are considered continuous.</a:t>
            </a:r>
          </a:p>
          <a:p>
            <a:r>
              <a:rPr lang="en-US" dirty="0"/>
              <a:t>Target attribute is named as ‘Outcome’ having values:</a:t>
            </a:r>
          </a:p>
          <a:p>
            <a:pPr lvl="1"/>
            <a:r>
              <a:rPr lang="en-US" dirty="0"/>
              <a:t>0 non-diabetic</a:t>
            </a:r>
          </a:p>
          <a:p>
            <a:pPr lvl="1"/>
            <a:r>
              <a:rPr lang="en-US" dirty="0"/>
              <a:t>1 Diabetic</a:t>
            </a:r>
          </a:p>
          <a:p>
            <a:r>
              <a:rPr lang="en-US" dirty="0"/>
              <a:t>No missing values.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4C596C-EFF7-DE02-3E76-15415F8D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3018041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C78E3E1-BBBA-4058-AAEB-714F04B0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6860FA5-CE2B-4019-8FD1-031D7D84E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2DF474-2C37-4DC7-B889-E88EAADE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2A608-59EC-6117-90D2-E39D4162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11898"/>
            <a:ext cx="615679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Diabetes dataset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11343-ECF2-C5BA-E659-25613CFAA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1180162"/>
            <a:ext cx="10037064" cy="23838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1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B2B78-3D76-CA17-1077-2DEFE4F0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Methodology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CDD584-6AD7-16CD-1F9F-1C193D2B8C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939208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166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34FE3-33AD-D0CD-35B5-5AE67BC4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What is Bayesian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DA3D-D8BB-187D-2027-4EDB46195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US" sz="1800" dirty="0"/>
              <a:t>A </a:t>
            </a:r>
            <a:r>
              <a:rPr lang="en-US" sz="1800" b="1" dirty="0"/>
              <a:t>graphical model</a:t>
            </a:r>
            <a:r>
              <a:rPr lang="en-US" sz="1800" dirty="0"/>
              <a:t> that represents the </a:t>
            </a:r>
            <a:r>
              <a:rPr lang="en-US" sz="1800" b="1" dirty="0"/>
              <a:t>probabilistic relationships</a:t>
            </a:r>
            <a:r>
              <a:rPr lang="en-US" sz="1800" dirty="0"/>
              <a:t> among a set of variables.</a:t>
            </a:r>
          </a:p>
          <a:p>
            <a:r>
              <a:rPr lang="en-US" sz="1800" dirty="0"/>
              <a:t>It combines probability theory and graph theory to reason about uncertainty efficiently.</a:t>
            </a:r>
          </a:p>
          <a:p>
            <a:r>
              <a:rPr lang="en-US" sz="1800" dirty="0"/>
              <a:t>A Bayesian Network is a directed acyclic graph (DAG) where:</a:t>
            </a:r>
          </a:p>
          <a:p>
            <a:pPr lvl="1"/>
            <a:r>
              <a:rPr lang="en-US" dirty="0"/>
              <a:t>Nodes represent random variables (features, target).</a:t>
            </a:r>
          </a:p>
          <a:p>
            <a:pPr lvl="1"/>
            <a:r>
              <a:rPr lang="en-US" dirty="0"/>
              <a:t>Edges represent conditional dependencies between variables.</a:t>
            </a:r>
          </a:p>
          <a:p>
            <a:pPr lvl="1"/>
            <a:r>
              <a:rPr lang="en-US" dirty="0"/>
              <a:t>Each node has a conditional probability distribution the quantifies the effect the parents on the node.</a:t>
            </a:r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E4451B22-0D9E-A221-EB57-E9CAD1BEBC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27" r="42345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929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AFD15B-CF29-4306-884F-47675092F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7673C9-4393-8FF6-DE92-19D5C5AE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44" y="1382165"/>
            <a:ext cx="4869179" cy="1517984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000000"/>
                </a:solidFill>
              </a:rPr>
              <a:t>Mathematical representation</a:t>
            </a: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4884A556-87D0-390E-1CCD-1BB5C4B2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85" r="8464" b="2"/>
          <a:stretch>
            <a:fillRect/>
          </a:stretch>
        </p:blipFill>
        <p:spPr>
          <a:xfrm>
            <a:off x="-9866" y="401980"/>
            <a:ext cx="6115733" cy="6456021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6349AB3-1BD3-41E1-8979-1DBDCB5C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866" y="401980"/>
            <a:ext cx="6115733" cy="6456021"/>
          </a:xfrm>
          <a:custGeom>
            <a:avLst/>
            <a:gdLst>
              <a:gd name="connsiteX0" fmla="*/ 2259477 w 6115733"/>
              <a:gd name="connsiteY0" fmla="*/ 433395 h 6456021"/>
              <a:gd name="connsiteX1" fmla="*/ 5681904 w 6115733"/>
              <a:gd name="connsiteY1" fmla="*/ 3852396 h 6456021"/>
              <a:gd name="connsiteX2" fmla="*/ 4679499 w 6115733"/>
              <a:gd name="connsiteY2" fmla="*/ 6269995 h 6456021"/>
              <a:gd name="connsiteX3" fmla="*/ 4474613 w 6115733"/>
              <a:gd name="connsiteY3" fmla="*/ 6456021 h 6456021"/>
              <a:gd name="connsiteX4" fmla="*/ 44341 w 6115733"/>
              <a:gd name="connsiteY4" fmla="*/ 6456021 h 6456021"/>
              <a:gd name="connsiteX5" fmla="*/ 0 w 6115733"/>
              <a:gd name="connsiteY5" fmla="*/ 6415762 h 6456021"/>
              <a:gd name="connsiteX6" fmla="*/ 0 w 6115733"/>
              <a:gd name="connsiteY6" fmla="*/ 1289029 h 6456021"/>
              <a:gd name="connsiteX7" fmla="*/ 82495 w 6115733"/>
              <a:gd name="connsiteY7" fmla="*/ 1214128 h 6456021"/>
              <a:gd name="connsiteX8" fmla="*/ 2259477 w 6115733"/>
              <a:gd name="connsiteY8" fmla="*/ 433395 h 6456021"/>
              <a:gd name="connsiteX9" fmla="*/ 2259477 w 6115733"/>
              <a:gd name="connsiteY9" fmla="*/ 0 h 6456021"/>
              <a:gd name="connsiteX10" fmla="*/ 6115733 w 6115733"/>
              <a:gd name="connsiteY10" fmla="*/ 3852396 h 6456021"/>
              <a:gd name="connsiteX11" fmla="*/ 5235152 w 6115733"/>
              <a:gd name="connsiteY11" fmla="*/ 6302877 h 6456021"/>
              <a:gd name="connsiteX12" fmla="*/ 5095826 w 6115733"/>
              <a:gd name="connsiteY12" fmla="*/ 6456021 h 6456021"/>
              <a:gd name="connsiteX13" fmla="*/ 4617788 w 6115733"/>
              <a:gd name="connsiteY13" fmla="*/ 6456021 h 6456021"/>
              <a:gd name="connsiteX14" fmla="*/ 4747668 w 6115733"/>
              <a:gd name="connsiteY14" fmla="*/ 6338096 h 6456021"/>
              <a:gd name="connsiteX15" fmla="*/ 5778311 w 6115733"/>
              <a:gd name="connsiteY15" fmla="*/ 3852396 h 6456021"/>
              <a:gd name="connsiteX16" fmla="*/ 2259477 w 6115733"/>
              <a:gd name="connsiteY16" fmla="*/ 337085 h 6456021"/>
              <a:gd name="connsiteX17" fmla="*/ 21172 w 6115733"/>
              <a:gd name="connsiteY17" fmla="*/ 1139811 h 6456021"/>
              <a:gd name="connsiteX18" fmla="*/ 0 w 6115733"/>
              <a:gd name="connsiteY18" fmla="*/ 1159034 h 6456021"/>
              <a:gd name="connsiteX19" fmla="*/ 0 w 6115733"/>
              <a:gd name="connsiteY19" fmla="*/ 735177 h 6456021"/>
              <a:gd name="connsiteX20" fmla="*/ 103407 w 6115733"/>
              <a:gd name="connsiteY20" fmla="*/ 657929 h 6456021"/>
              <a:gd name="connsiteX21" fmla="*/ 2259477 w 6115733"/>
              <a:gd name="connsiteY21" fmla="*/ 0 h 645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E2262-EC53-D887-C67D-835F2F8030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87545" y="3007389"/>
                <a:ext cx="4869179" cy="3065865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1800">
                    <a:solidFill>
                      <a:srgbClr val="000000"/>
                    </a:solidFill>
                  </a:rPr>
                  <a:t>If the network has variables X</a:t>
                </a:r>
                <a:r>
                  <a:rPr lang="en-US" sz="1800" baseline="-25000">
                    <a:solidFill>
                      <a:srgbClr val="000000"/>
                    </a:solidFill>
                  </a:rPr>
                  <a:t>1</a:t>
                </a:r>
                <a:r>
                  <a:rPr lang="en-US" sz="1800">
                    <a:solidFill>
                      <a:srgbClr val="000000"/>
                    </a:solidFill>
                  </a:rPr>
                  <a:t>, X</a:t>
                </a:r>
                <a:r>
                  <a:rPr lang="en-US" sz="1800" baseline="-25000">
                    <a:solidFill>
                      <a:srgbClr val="000000"/>
                    </a:solidFill>
                  </a:rPr>
                  <a:t>2</a:t>
                </a:r>
                <a:r>
                  <a:rPr lang="en-US" sz="1800">
                    <a:solidFill>
                      <a:srgbClr val="000000"/>
                    </a:solidFill>
                  </a:rPr>
                  <a:t>, …, X</a:t>
                </a:r>
                <a:r>
                  <a:rPr lang="en-US" sz="1800" baseline="-25000">
                    <a:solidFill>
                      <a:srgbClr val="000000"/>
                    </a:solidFill>
                  </a:rPr>
                  <a:t>n</a:t>
                </a:r>
                <a:r>
                  <a:rPr lang="en-US" sz="1800">
                    <a:solidFill>
                      <a:srgbClr val="000000"/>
                    </a:solidFill>
                  </a:rPr>
                  <a:t>, the joint probability distribution is:</a:t>
                </a:r>
              </a:p>
              <a:p>
                <a:endParaRPr lang="en-US" sz="180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CA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CA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𝑃𝑎𝑟𝑒𝑛𝑡𝑠</m:t>
                          </m:r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80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E2262-EC53-D887-C67D-835F2F8030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7545" y="3007389"/>
                <a:ext cx="4869179" cy="3065865"/>
              </a:xfrm>
              <a:blipFill>
                <a:blip r:embed="rId5"/>
                <a:stretch>
                  <a:fillRect l="-521" t="-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4CA915D-BDF0-41F8-B00E-FB186EFF7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7AAC03-BF64-4E67-9032-3BD024998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A131397-5A45-4344-9983-5E400A3EA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810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18B7C-2B1E-401B-247A-CE5FEBF3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/>
              <a:t>Current progress and implementation</a:t>
            </a:r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3F3F9E65-570E-3904-51F8-4E0404DF38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57" r="26747" b="2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28455-4E85-F922-A6A1-C386514E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/>
          </a:bodyPr>
          <a:lstStyle/>
          <a:p>
            <a:r>
              <a:rPr lang="en-US" sz="1800"/>
              <a:t>Complete basic pipeline has been implemented starting from preprocessing to the classification</a:t>
            </a:r>
          </a:p>
          <a:p>
            <a:r>
              <a:rPr lang="en-US" sz="1800"/>
              <a:t>Currently 2 datasets are used to test the approach (Heart and Diabetes). Breast cancer dataset will be used in future.</a:t>
            </a:r>
          </a:p>
          <a:p>
            <a:r>
              <a:rPr lang="en-US" sz="1800"/>
              <a:t>Accuracy for the current approach is measured around 60%.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35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F00A498-8DE2-D4D7-1D0C-9191CAFC3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2680" y="505224"/>
            <a:ext cx="4419003" cy="30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ABB6B-9B36-D44B-9E6F-887563DA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>
            <a:normAutofit/>
          </a:bodyPr>
          <a:lstStyle/>
          <a:p>
            <a:pPr algn="r"/>
            <a:r>
              <a:rPr lang="en-US" sz="5000"/>
              <a:t>Learned Bayesian network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A77C0C-DA24-F4A7-D890-5CC46A2BA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0316" y="505223"/>
            <a:ext cx="4419003" cy="30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4" name="Content Placeholder 4103">
            <a:extLst>
              <a:ext uri="{FF2B5EF4-FFF2-40B4-BE49-F238E27FC236}">
                <a16:creationId xmlns:a16="http://schemas.microsoft.com/office/drawing/2014/main" id="{740CD5C3-C546-46D3-5D8D-9C4CAB47F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4170410"/>
            <a:ext cx="4699221" cy="1767141"/>
          </a:xfrm>
        </p:spPr>
        <p:txBody>
          <a:bodyPr anchor="ctr">
            <a:normAutofit/>
          </a:bodyPr>
          <a:lstStyle/>
          <a:p>
            <a:r>
              <a:rPr lang="en-US" sz="1800" dirty="0"/>
              <a:t>Learned structure on the heart disease and diabetes dataset</a:t>
            </a:r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5" name="Oval 4114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4117" name="Oval 4116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57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1DFFB-8BAB-AFA2-F170-A16B6042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Challenges &amp; FUTURE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2A44-FAA4-7BDB-D4D2-A0256BF74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US" sz="1800" dirty="0"/>
              <a:t>Datasets mostly contain continuous values whereas, Bayesian Network works on discrete values. So better discretization can help improve the model.</a:t>
            </a:r>
          </a:p>
          <a:p>
            <a:r>
              <a:rPr lang="en-US" sz="1800" dirty="0"/>
              <a:t>Current structure contain many edges (dependencies). Improving the graph structure can improve the model.</a:t>
            </a:r>
          </a:p>
          <a:p>
            <a:r>
              <a:rPr lang="en-US" sz="1800" dirty="0"/>
              <a:t>Bonus: Using random forest or any one other ML model to compare the results.</a:t>
            </a:r>
          </a:p>
          <a:p>
            <a:endParaRPr lang="en-US" sz="1800" dirty="0"/>
          </a:p>
        </p:txBody>
      </p:sp>
      <p:pic>
        <p:nvPicPr>
          <p:cNvPr id="5" name="Picture 4" descr="Web of wires connecting pins">
            <a:extLst>
              <a:ext uri="{FF2B5EF4-FFF2-40B4-BE49-F238E27FC236}">
                <a16:creationId xmlns:a16="http://schemas.microsoft.com/office/drawing/2014/main" id="{AF1755CA-5DF7-8DA3-02E9-ED83173A29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73" r="34999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3109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7BFE6B01-FAF4-9F9F-7317-BF1701EFBC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7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B4E94-A3EE-9038-7BC4-0880AF56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1432223"/>
            <a:ext cx="9966960" cy="303580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9600">
                <a:solidFill>
                  <a:srgbClr val="FFFFFF"/>
                </a:solidFill>
              </a:rPr>
              <a:t>Thank you for your attention!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D5EEB-6D5D-B435-9127-2F7D4F08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4389120"/>
            <a:ext cx="7891272" cy="106984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32137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8465</TotalTime>
  <Words>623</Words>
  <Application>Microsoft Macintosh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Rockwell</vt:lpstr>
      <vt:lpstr>Rockwell Condensed</vt:lpstr>
      <vt:lpstr>Rockwell Extra Bold</vt:lpstr>
      <vt:lpstr>Wingdings</vt:lpstr>
      <vt:lpstr>Wood Type</vt:lpstr>
      <vt:lpstr>Medical Diagnosis using Bayesian networks</vt:lpstr>
      <vt:lpstr>Introduction</vt:lpstr>
      <vt:lpstr>Problem statement</vt:lpstr>
      <vt:lpstr>Motivation</vt:lpstr>
      <vt:lpstr>Proposal</vt:lpstr>
      <vt:lpstr>Dataset</vt:lpstr>
      <vt:lpstr>Diabetes dataset</vt:lpstr>
      <vt:lpstr>Methodology</vt:lpstr>
      <vt:lpstr>What is Bayesian network?</vt:lpstr>
      <vt:lpstr>Mathematical representation</vt:lpstr>
      <vt:lpstr>Current progress and implementation</vt:lpstr>
      <vt:lpstr>Learned Bayesian network</vt:lpstr>
      <vt:lpstr>Challenges &amp; FUTURE milestones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Asad</dc:creator>
  <cp:lastModifiedBy>Muhammad Asad</cp:lastModifiedBy>
  <cp:revision>5</cp:revision>
  <dcterms:created xsi:type="dcterms:W3CDTF">2025-12-03T18:57:59Z</dcterms:created>
  <dcterms:modified xsi:type="dcterms:W3CDTF">2025-12-09T16:03:51Z</dcterms:modified>
</cp:coreProperties>
</file>